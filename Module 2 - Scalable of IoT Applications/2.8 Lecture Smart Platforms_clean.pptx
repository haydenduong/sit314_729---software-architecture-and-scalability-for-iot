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84" r:id="rId5"/>
  </p:sldMasterIdLst>
  <p:notesMasterIdLst>
    <p:notesMasterId r:id="rId18"/>
  </p:notesMasterIdLst>
  <p:sldIdLst>
    <p:sldId id="331" r:id="rId6"/>
    <p:sldId id="280" r:id="rId7"/>
    <p:sldId id="258" r:id="rId8"/>
    <p:sldId id="259" r:id="rId9"/>
    <p:sldId id="260" r:id="rId10"/>
    <p:sldId id="423" r:id="rId11"/>
    <p:sldId id="261" r:id="rId12"/>
    <p:sldId id="262" r:id="rId13"/>
    <p:sldId id="424" r:id="rId14"/>
    <p:sldId id="425" r:id="rId15"/>
    <p:sldId id="426" r:id="rId16"/>
    <p:sldId id="42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BB59452-42BA-684C-87D4-3E6873804255}">
          <p14:sldIdLst>
            <p14:sldId id="331"/>
            <p14:sldId id="280"/>
            <p14:sldId id="258"/>
            <p14:sldId id="259"/>
            <p14:sldId id="260"/>
            <p14:sldId id="423"/>
            <p14:sldId id="261"/>
            <p14:sldId id="262"/>
            <p14:sldId id="424"/>
            <p14:sldId id="425"/>
            <p14:sldId id="426"/>
            <p14:sldId id="4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roshinie Fernando" initials="NF" lastIdx="1" clrIdx="0">
    <p:extLst>
      <p:ext uri="{19B8F6BF-5375-455C-9EA6-DF929625EA0E}">
        <p15:presenceInfo xmlns:p15="http://schemas.microsoft.com/office/powerpoint/2012/main" userId="S::niroshinie.fernando@deakin.edu.au::1dcc5388-1cd3-4fa9-adb1-1eb085c462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FD9E"/>
    <a:srgbClr val="FFD5D2"/>
    <a:srgbClr val="37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23" autoAdjust="0"/>
    <p:restoredTop sz="91565" autoAdjust="0"/>
  </p:normalViewPr>
  <p:slideViewPr>
    <p:cSldViewPr snapToGrid="0">
      <p:cViewPr varScale="1">
        <p:scale>
          <a:sx n="117" d="100"/>
          <a:sy n="117" d="100"/>
        </p:scale>
        <p:origin x="1184" y="168"/>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113" d="100"/>
          <a:sy n="113" d="100"/>
        </p:scale>
        <p:origin x="4040"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94D05-2413-416E-8BCF-22CC6EAE5C7A}" type="datetimeFigureOut">
              <a:rPr lang="en-GB" smtClean="0"/>
              <a:t>05/07/2024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2EEF7-10B8-48BD-98D2-6BEDC41F7233}" type="slidenum">
              <a:rPr lang="en-GB" smtClean="0"/>
              <a:t>‹#›</a:t>
            </a:fld>
            <a:endParaRPr lang="en-GB"/>
          </a:p>
        </p:txBody>
      </p:sp>
    </p:spTree>
    <p:extLst>
      <p:ext uri="{BB962C8B-B14F-4D97-AF65-F5344CB8AC3E}">
        <p14:creationId xmlns:p14="http://schemas.microsoft.com/office/powerpoint/2010/main" val="2700026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600"/>
              </a:spcBef>
              <a:spcAft>
                <a:spcPts val="1200"/>
              </a:spcAft>
            </a:pPr>
            <a:r>
              <a:rPr lang="en-AU" sz="1100" b="1" dirty="0">
                <a:effectLst/>
                <a:latin typeface="Calibri" panose="020F0502020204030204" pitchFamily="34" charset="0"/>
                <a:ea typeface="Calibri" panose="020F0502020204030204" pitchFamily="34" charset="0"/>
                <a:cs typeface="Times New Roman" panose="02020603050405020304" pitchFamily="18" charset="0"/>
              </a:rPr>
              <a:t>Accessibility requirements for template users</a:t>
            </a:r>
          </a:p>
          <a:p>
            <a:pPr>
              <a:lnSpc>
                <a:spcPct val="100000"/>
              </a:lnSpc>
              <a:spcBef>
                <a:spcPts val="600"/>
              </a:spcBef>
              <a:spcAft>
                <a:spcPts val="12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600"/>
              </a:spcBef>
              <a:spcAft>
                <a:spcPts val="12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This PowerPoint template has been created with a number of in-built accessibility options.</a:t>
            </a:r>
          </a:p>
          <a:p>
            <a:pPr>
              <a:lnSpc>
                <a:spcPct val="100000"/>
              </a:lnSpc>
              <a:spcBef>
                <a:spcPts val="600"/>
              </a:spcBef>
              <a:spcAft>
                <a:spcPts val="12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When working with this template, there are a few things you will need to do within the file to ensure that it meets Deakin’s accessibility requirements when documents, or exported pdf files, are shared with others or placed online.</a:t>
            </a:r>
          </a:p>
          <a:p>
            <a:pPr>
              <a:lnSpc>
                <a:spcPct val="100000"/>
              </a:lnSpc>
              <a:spcBef>
                <a:spcPts val="600"/>
              </a:spcBef>
              <a:spcAft>
                <a:spcPts val="12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Font styles</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Only use the provided heading styles and text styles as pre-set in the template</a:t>
            </a:r>
            <a:br>
              <a:rPr lang="en-AU" sz="1100" dirty="0">
                <a:effectLst/>
                <a:latin typeface="Calibri" panose="020F0502020204030204" pitchFamily="34" charset="0"/>
                <a:ea typeface="Calibri" panose="020F0502020204030204" pitchFamily="34" charset="0"/>
                <a:cs typeface="Times New Roman" panose="02020603050405020304" pitchFamily="18" charset="0"/>
              </a:rPr>
            </a:b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ALT text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All images and graphics, backgrounds, logo and brand shapes need to have ALT text added to describe the image or be indicated as decorative. Elements provided within the template have had this added, but if you make any changes or add your own images/replace any default imagery, you will need to ensure ALT text is added.</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If an image is also a hyperlink provide the destination in writing, for example an image of a ‘Hand holding a pen writing in a notebook’ that hyperlinks to Deakin homepage should also explain that the link goes to that page.</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ALT text can be added by right clicking on the image/graphic and selecting ‘Edit alt text’ from the window.</a:t>
            </a:r>
            <a:br>
              <a:rPr lang="en-AU" sz="1100" dirty="0">
                <a:effectLst/>
                <a:latin typeface="Calibri" panose="020F0502020204030204" pitchFamily="34" charset="0"/>
                <a:ea typeface="Calibri" panose="020F0502020204030204" pitchFamily="34" charset="0"/>
                <a:cs typeface="Times New Roman" panose="02020603050405020304" pitchFamily="18" charset="0"/>
              </a:rPr>
            </a:b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Tables</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All tables are required to include alt text.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The first row in a Word table can be identified as a header row/table title which can help screen reader users identify what the table content is about and whether they want to read it.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Where tables are already included, a basic form of ALT text will have been added, but you will need to add your own by going into the ‘table properties’ for each table, and clicking on the’ Alt text’ tab, and then completing the fields to provide a suitable description of your content.</a:t>
            </a: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Accessibility checker</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Word has an inbuilt accessibility checker which can help to flag issues – go to ‘Review &gt; Check accessibility’ in the toolbars.</a:t>
            </a: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Saving as a pdf</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When saving your file as a pdf, note that using the ‘Print to PDF’ option doesn’t keep any inbuilt accessibility features. Instead use the ‘Save As &gt; PDF’ option, and check that “Document structure tags for accessibility” is selected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02EEF7-10B8-48BD-98D2-6BEDC41F723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5739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471a532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471a532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19275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e471a532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e471a532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646403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410d7021b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410d7021b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extLst>
      <p:ext uri="{BB962C8B-B14F-4D97-AF65-F5344CB8AC3E}">
        <p14:creationId xmlns:p14="http://schemas.microsoft.com/office/powerpoint/2010/main" val="3758699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471a532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e471a5322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647304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702EEF7-10B8-48BD-98D2-6BEDC41F7233}" type="slidenum">
              <a:rPr lang="en-GB" smtClean="0"/>
              <a:t>6</a:t>
            </a:fld>
            <a:endParaRPr lang="en-GB"/>
          </a:p>
        </p:txBody>
      </p:sp>
    </p:spTree>
    <p:extLst>
      <p:ext uri="{BB962C8B-B14F-4D97-AF65-F5344CB8AC3E}">
        <p14:creationId xmlns:p14="http://schemas.microsoft.com/office/powerpoint/2010/main" val="1120967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4083e98fc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4083e98fc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779516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10d7021b8_4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10d7021b8_4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extLst>
      <p:ext uri="{BB962C8B-B14F-4D97-AF65-F5344CB8AC3E}">
        <p14:creationId xmlns:p14="http://schemas.microsoft.com/office/powerpoint/2010/main" val="3171195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4083e98fc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4083e98fc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048712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4083e98fc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4083e98fc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155785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4083e98fc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4083e98fc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291896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4083e98fc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4083e98fc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8324437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C1BCF969-F22E-4363-BD98-B53B34219A98}"/>
              </a:ext>
            </a:extLst>
          </p:cNvPr>
          <p:cNvGrpSpPr/>
          <p:nvPr userDrawn="1"/>
        </p:nvGrpSpPr>
        <p:grpSpPr>
          <a:xfrm>
            <a:off x="6875462" y="0"/>
            <a:ext cx="5316538" cy="6858000"/>
            <a:chOff x="6242051" y="0"/>
            <a:chExt cx="5316538" cy="6858000"/>
          </a:xfrm>
        </p:grpSpPr>
        <p:sp>
          <p:nvSpPr>
            <p:cNvPr id="10" name="Freeform 6">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rgbClr val="3736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2" name="Picture 11">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812748" y="3951912"/>
            <a:ext cx="1688726" cy="1686238"/>
          </a:xfrm>
          <a:prstGeom prst="rect">
            <a:avLst/>
          </a:prstGeom>
        </p:spPr>
      </p:pic>
      <p:sp>
        <p:nvSpPr>
          <p:cNvPr id="5" name="Footer Placeholder 4"/>
          <p:cNvSpPr>
            <a:spLocks noGrp="1"/>
          </p:cNvSpPr>
          <p:nvPr>
            <p:ph type="ftr" sz="quarter" idx="11"/>
          </p:nvPr>
        </p:nvSpPr>
        <p:spPr/>
        <p:txBody>
          <a:bodyPr/>
          <a:lstStyle/>
          <a:p>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2" name="Title 1"/>
          <p:cNvSpPr>
            <a:spLocks noGrp="1"/>
          </p:cNvSpPr>
          <p:nvPr>
            <p:ph type="ctrTitle" hasCustomPrompt="1"/>
          </p:nvPr>
        </p:nvSpPr>
        <p:spPr>
          <a:xfrm>
            <a:off x="403907" y="1122363"/>
            <a:ext cx="5040000" cy="1835208"/>
          </a:xfrm>
        </p:spPr>
        <p:txBody>
          <a:bodyPr anchor="b"/>
          <a:lstStyle>
            <a:lvl1pPr algn="l">
              <a:defRPr sz="4500" b="0">
                <a:solidFill>
                  <a:schemeClr val="tx1"/>
                </a:solidFill>
              </a:defRPr>
            </a:lvl1pPr>
          </a:lstStyle>
          <a:p>
            <a:r>
              <a:rPr lang="en-US" dirty="0"/>
              <a:t>Click to add title</a:t>
            </a:r>
            <a:endParaRPr lang="en-GB" dirty="0"/>
          </a:p>
        </p:txBody>
      </p:sp>
    </p:spTree>
    <p:extLst>
      <p:ext uri="{BB962C8B-B14F-4D97-AF65-F5344CB8AC3E}">
        <p14:creationId xmlns:p14="http://schemas.microsoft.com/office/powerpoint/2010/main" val="1662876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B">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rgbClr val="3736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C1BCF969-F22E-4363-BD98-B53B34219A98}"/>
              </a:ext>
            </a:extLst>
          </p:cNvPr>
          <p:cNvGrpSpPr/>
          <p:nvPr userDrawn="1"/>
        </p:nvGrpSpPr>
        <p:grpSpPr>
          <a:xfrm>
            <a:off x="6875462" y="0"/>
            <a:ext cx="5316538" cy="6858000"/>
            <a:chOff x="6242051" y="0"/>
            <a:chExt cx="5316538" cy="6858000"/>
          </a:xfrm>
        </p:grpSpPr>
        <p:sp>
          <p:nvSpPr>
            <p:cNvPr id="10" name="Freeform 6">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2" name="Picture 11">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812748" y="3951912"/>
            <a:ext cx="1688726" cy="1686238"/>
          </a:xfrm>
          <a:prstGeom prst="rect">
            <a:avLst/>
          </a:prstGeom>
        </p:spPr>
      </p:pic>
      <p:sp>
        <p:nvSpPr>
          <p:cNvPr id="5" name="Footer Placeholder 4"/>
          <p:cNvSpPr>
            <a:spLocks noGrp="1"/>
          </p:cNvSpPr>
          <p:nvPr>
            <p:ph type="ftr" sz="quarter" idx="11"/>
          </p:nvPr>
        </p:nvSpPr>
        <p:spPr/>
        <p:txBody>
          <a:bodyPr/>
          <a:lstStyle>
            <a:lvl1pPr>
              <a:defRPr>
                <a:solidFill>
                  <a:schemeClr val="bg1"/>
                </a:solidFill>
              </a:defRPr>
            </a:lvl1pPr>
          </a:lstStyle>
          <a:p>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2" name="Title 1"/>
          <p:cNvSpPr>
            <a:spLocks noGrp="1"/>
          </p:cNvSpPr>
          <p:nvPr>
            <p:ph type="ctrTitle" hasCustomPrompt="1"/>
          </p:nvPr>
        </p:nvSpPr>
        <p:spPr>
          <a:xfrm>
            <a:off x="403907" y="1122363"/>
            <a:ext cx="5040000" cy="1835208"/>
          </a:xfrm>
        </p:spPr>
        <p:txBody>
          <a:bodyPr anchor="b"/>
          <a:lstStyle>
            <a:lvl1pPr algn="l">
              <a:defRPr sz="4500" b="0">
                <a:solidFill>
                  <a:schemeClr val="bg1"/>
                </a:solidFill>
              </a:defRPr>
            </a:lvl1pPr>
          </a:lstStyle>
          <a:p>
            <a:r>
              <a:rPr lang="en-US" dirty="0"/>
              <a:t>Click to add title</a:t>
            </a:r>
            <a:endParaRPr lang="en-GB" dirty="0"/>
          </a:p>
        </p:txBody>
      </p:sp>
    </p:spTree>
    <p:extLst>
      <p:ext uri="{BB962C8B-B14F-4D97-AF65-F5344CB8AC3E}">
        <p14:creationId xmlns:p14="http://schemas.microsoft.com/office/powerpoint/2010/main" val="26083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C">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Picture Placeholder 13">
            <a:extLst>
              <a:ext uri="{FF2B5EF4-FFF2-40B4-BE49-F238E27FC236}">
                <a16:creationId xmlns:a16="http://schemas.microsoft.com/office/drawing/2014/main" id="{30A4702B-2D34-4ADF-9BC5-6B1C45BD0F79}"/>
              </a:ext>
            </a:extLst>
          </p:cNvPr>
          <p:cNvSpPr>
            <a:spLocks noGrp="1"/>
          </p:cNvSpPr>
          <p:nvPr>
            <p:ph type="pic" sz="quarter" idx="12"/>
          </p:nvPr>
        </p:nvSpPr>
        <p:spPr>
          <a:xfrm>
            <a:off x="6940548" y="0"/>
            <a:ext cx="5251450" cy="4816475"/>
          </a:xfrm>
          <a:custGeom>
            <a:avLst/>
            <a:gdLst>
              <a:gd name="connsiteX0" fmla="*/ 0 w 5251450"/>
              <a:gd name="connsiteY0" fmla="*/ 0 h 4816475"/>
              <a:gd name="connsiteX1" fmla="*/ 5251450 w 5251450"/>
              <a:gd name="connsiteY1" fmla="*/ 0 h 4816475"/>
              <a:gd name="connsiteX2" fmla="*/ 5251450 w 5251450"/>
              <a:gd name="connsiteY2" fmla="*/ 3198844 h 4816475"/>
              <a:gd name="connsiteX3" fmla="*/ 2747947 w 5251450"/>
              <a:gd name="connsiteY3" fmla="*/ 4816475 h 4816475"/>
              <a:gd name="connsiteX4" fmla="*/ 0 w 5251450"/>
              <a:gd name="connsiteY4" fmla="*/ 2060992 h 4816475"/>
              <a:gd name="connsiteX5" fmla="*/ 0 w 5251450"/>
              <a:gd name="connsiteY5" fmla="*/ 0 h 481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1450" h="4816475">
                <a:moveTo>
                  <a:pt x="0" y="0"/>
                </a:moveTo>
                <a:cubicBezTo>
                  <a:pt x="0" y="0"/>
                  <a:pt x="0" y="0"/>
                  <a:pt x="5251450" y="0"/>
                </a:cubicBezTo>
                <a:cubicBezTo>
                  <a:pt x="5251450" y="0"/>
                  <a:pt x="5251450" y="0"/>
                  <a:pt x="5251450" y="3198844"/>
                </a:cubicBezTo>
                <a:cubicBezTo>
                  <a:pt x="4819409" y="4153018"/>
                  <a:pt x="3860896" y="4816475"/>
                  <a:pt x="2747947" y="4816475"/>
                </a:cubicBezTo>
                <a:cubicBezTo>
                  <a:pt x="1230434" y="4816475"/>
                  <a:pt x="0" y="3582984"/>
                  <a:pt x="0" y="2060992"/>
                </a:cubicBezTo>
                <a:cubicBezTo>
                  <a:pt x="0" y="2060992"/>
                  <a:pt x="0" y="2060992"/>
                  <a:pt x="0" y="0"/>
                </a:cubicBezTo>
                <a:close/>
              </a:path>
            </a:pathLst>
          </a:custGeom>
          <a:solidFill>
            <a:schemeClr val="accent6">
              <a:lumMod val="90000"/>
            </a:schemeClr>
          </a:solidFill>
        </p:spPr>
        <p:txBody>
          <a:bodyPr wrap="square" lIns="144000" tIns="144000">
            <a:noAutofit/>
          </a:bodyPr>
          <a:lstStyle>
            <a:lvl1pPr>
              <a:defRPr sz="1400">
                <a:solidFill>
                  <a:schemeClr val="bg1"/>
                </a:solidFill>
              </a:defRPr>
            </a:lvl1pPr>
          </a:lstStyle>
          <a:p>
            <a:r>
              <a:rPr lang="en-US"/>
              <a:t>Click icon to add picture</a:t>
            </a:r>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875462"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15" name="Text Placeholder 5">
            <a:extLst>
              <a:ext uri="{FF2B5EF4-FFF2-40B4-BE49-F238E27FC236}">
                <a16:creationId xmlns:a16="http://schemas.microsoft.com/office/drawing/2014/main" id="{86A7A4D3-DC75-4624-B5C5-55F94869F68C}"/>
              </a:ext>
            </a:extLst>
          </p:cNvPr>
          <p:cNvSpPr>
            <a:spLocks noGrp="1" noChangeAspect="1"/>
          </p:cNvSpPr>
          <p:nvPr>
            <p:ph type="body" sz="quarter" idx="19" hasCustomPrompt="1"/>
          </p:nvPr>
        </p:nvSpPr>
        <p:spPr>
          <a:xfrm>
            <a:off x="8807877" y="3944914"/>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5" name="Footer Placeholder 4"/>
          <p:cNvSpPr>
            <a:spLocks noGrp="1"/>
          </p:cNvSpPr>
          <p:nvPr>
            <p:ph type="ftr" sz="quarter" idx="11"/>
          </p:nvPr>
        </p:nvSpPr>
        <p:spPr/>
        <p:txBody>
          <a:bodyPr/>
          <a:lstStyle/>
          <a:p>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2" name="Title 1"/>
          <p:cNvSpPr>
            <a:spLocks noGrp="1"/>
          </p:cNvSpPr>
          <p:nvPr>
            <p:ph type="ctrTitle" hasCustomPrompt="1"/>
          </p:nvPr>
        </p:nvSpPr>
        <p:spPr>
          <a:xfrm>
            <a:off x="403907" y="1122363"/>
            <a:ext cx="5040000" cy="1835208"/>
          </a:xfrm>
        </p:spPr>
        <p:txBody>
          <a:bodyPr anchor="b"/>
          <a:lstStyle>
            <a:lvl1pPr algn="l">
              <a:defRPr sz="4500" b="0">
                <a:solidFill>
                  <a:schemeClr val="tx1"/>
                </a:solidFill>
              </a:defRPr>
            </a:lvl1pPr>
          </a:lstStyle>
          <a:p>
            <a:r>
              <a:rPr lang="en-US" dirty="0"/>
              <a:t>Click to add title</a:t>
            </a:r>
            <a:endParaRPr lang="en-GB" dirty="0"/>
          </a:p>
        </p:txBody>
      </p:sp>
    </p:spTree>
    <p:extLst>
      <p:ext uri="{BB962C8B-B14F-4D97-AF65-F5344CB8AC3E}">
        <p14:creationId xmlns:p14="http://schemas.microsoft.com/office/powerpoint/2010/main" val="1343746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lide A">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0474969-1787-479A-924E-1D2D1F2AE7AC}"/>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Picture Placeholder 29">
            <a:extLst>
              <a:ext uri="{FF2B5EF4-FFF2-40B4-BE49-F238E27FC236}">
                <a16:creationId xmlns:a16="http://schemas.microsoft.com/office/drawing/2014/main" id="{E7AE052A-B77F-4049-9BBA-BEC841AE0D99}"/>
              </a:ext>
            </a:extLst>
          </p:cNvPr>
          <p:cNvSpPr>
            <a:spLocks noGrp="1"/>
          </p:cNvSpPr>
          <p:nvPr>
            <p:ph type="pic" sz="quarter" idx="14" hasCustomPrompt="1"/>
          </p:nvPr>
        </p:nvSpPr>
        <p:spPr>
          <a:xfrm>
            <a:off x="8326436" y="601980"/>
            <a:ext cx="3865565" cy="5657444"/>
          </a:xfrm>
          <a:custGeom>
            <a:avLst/>
            <a:gdLst>
              <a:gd name="connsiteX0" fmla="*/ 2632641 w 3865565"/>
              <a:gd name="connsiteY0" fmla="*/ 0 h 5657444"/>
              <a:gd name="connsiteX1" fmla="*/ 3039129 w 3865565"/>
              <a:gd name="connsiteY1" fmla="*/ 0 h 5657444"/>
              <a:gd name="connsiteX2" fmla="*/ 3830041 w 3865565"/>
              <a:gd name="connsiteY2" fmla="*/ 172187 h 5657444"/>
              <a:gd name="connsiteX3" fmla="*/ 3865565 w 3865565"/>
              <a:gd name="connsiteY3" fmla="*/ 186581 h 5657444"/>
              <a:gd name="connsiteX4" fmla="*/ 3865565 w 3865565"/>
              <a:gd name="connsiteY4" fmla="*/ 5462255 h 5657444"/>
              <a:gd name="connsiteX5" fmla="*/ 3760710 w 3865565"/>
              <a:gd name="connsiteY5" fmla="*/ 5502445 h 5657444"/>
              <a:gd name="connsiteX6" fmla="*/ 2835885 w 3865565"/>
              <a:gd name="connsiteY6" fmla="*/ 5657444 h 5657444"/>
              <a:gd name="connsiteX7" fmla="*/ 0 w 3865565"/>
              <a:gd name="connsiteY7" fmla="*/ 2825551 h 5657444"/>
              <a:gd name="connsiteX8" fmla="*/ 2632641 w 3865565"/>
              <a:gd name="connsiteY8" fmla="*/ 0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5565" h="5657444">
                <a:moveTo>
                  <a:pt x="2632641" y="0"/>
                </a:moveTo>
                <a:lnTo>
                  <a:pt x="3039129" y="0"/>
                </a:lnTo>
                <a:cubicBezTo>
                  <a:pt x="3315017" y="19820"/>
                  <a:pt x="3580980" y="79280"/>
                  <a:pt x="3830041" y="172187"/>
                </a:cubicBezTo>
                <a:lnTo>
                  <a:pt x="3865565" y="186581"/>
                </a:lnTo>
                <a:lnTo>
                  <a:pt x="3865565" y="5462255"/>
                </a:lnTo>
                <a:lnTo>
                  <a:pt x="3760710" y="5502445"/>
                </a:lnTo>
                <a:cubicBezTo>
                  <a:pt x="3470525" y="5602939"/>
                  <a:pt x="3159407" y="5657444"/>
                  <a:pt x="2835885" y="5657444"/>
                </a:cubicBezTo>
                <a:cubicBezTo>
                  <a:pt x="1270273" y="5657444"/>
                  <a:pt x="0" y="4388959"/>
                  <a:pt x="0" y="2825551"/>
                </a:cubicBezTo>
                <a:cubicBezTo>
                  <a:pt x="0" y="1328738"/>
                  <a:pt x="1162300" y="104650"/>
                  <a:pt x="2632641" y="0"/>
                </a:cubicBezTo>
                <a:close/>
              </a:path>
            </a:pathLst>
          </a:custGeom>
          <a:solidFill>
            <a:schemeClr val="bg1">
              <a:lumMod val="75000"/>
            </a:schemeClr>
          </a:solidFill>
        </p:spPr>
        <p:txBody>
          <a:bodyPr wrap="square" tIns="1548000">
            <a:noAutofit/>
          </a:bodyPr>
          <a:lstStyle>
            <a:lvl1pPr algn="ctr">
              <a:defRPr sz="1400">
                <a:solidFill>
                  <a:schemeClr val="bg1"/>
                </a:solidFill>
              </a:defRPr>
            </a:lvl1pPr>
          </a:lstStyle>
          <a:p>
            <a:r>
              <a:rPr lang="en-AU" sz="1400" dirty="0"/>
              <a:t>Click Icon to Add Image</a:t>
            </a:r>
            <a:endParaRPr lang="en-AU" dirty="0"/>
          </a:p>
        </p:txBody>
      </p:sp>
      <p:sp>
        <p:nvSpPr>
          <p:cNvPr id="19" name="Freeform: Shape 18">
            <a:extLst>
              <a:ext uri="{FF2B5EF4-FFF2-40B4-BE49-F238E27FC236}">
                <a16:creationId xmlns:a16="http://schemas.microsoft.com/office/drawing/2014/main" id="{AC22E693-5B73-479C-B297-AC021617C7C9}"/>
              </a:ext>
            </a:extLst>
          </p:cNvPr>
          <p:cNvSpPr>
            <a:spLocks/>
          </p:cNvSpPr>
          <p:nvPr userDrawn="1"/>
        </p:nvSpPr>
        <p:spPr bwMode="auto">
          <a:xfrm>
            <a:off x="0" y="601980"/>
            <a:ext cx="8245719" cy="5657444"/>
          </a:xfrm>
          <a:custGeom>
            <a:avLst/>
            <a:gdLst>
              <a:gd name="connsiteX0" fmla="*/ 0 w 8245719"/>
              <a:gd name="connsiteY0" fmla="*/ 0 h 5657444"/>
              <a:gd name="connsiteX1" fmla="*/ 2413221 w 8245719"/>
              <a:gd name="connsiteY1" fmla="*/ 0 h 5657444"/>
              <a:gd name="connsiteX2" fmla="*/ 2560722 w 8245719"/>
              <a:gd name="connsiteY2" fmla="*/ 0 h 5657444"/>
              <a:gd name="connsiteX3" fmla="*/ 2686080 w 8245719"/>
              <a:gd name="connsiteY3" fmla="*/ 0 h 5657444"/>
              <a:gd name="connsiteX4" fmla="*/ 5416593 w 8245719"/>
              <a:gd name="connsiteY4" fmla="*/ 0 h 5657444"/>
              <a:gd name="connsiteX5" fmla="*/ 8245719 w 8245719"/>
              <a:gd name="connsiteY5" fmla="*/ 2828722 h 5657444"/>
              <a:gd name="connsiteX6" fmla="*/ 5416593 w 8245719"/>
              <a:gd name="connsiteY6" fmla="*/ 5657444 h 5657444"/>
              <a:gd name="connsiteX7" fmla="*/ 2571602 w 8245719"/>
              <a:gd name="connsiteY7" fmla="*/ 5657444 h 5657444"/>
              <a:gd name="connsiteX8" fmla="*/ 2560722 w 8245719"/>
              <a:gd name="connsiteY8" fmla="*/ 5657444 h 5657444"/>
              <a:gd name="connsiteX9" fmla="*/ 2504877 w 8245719"/>
              <a:gd name="connsiteY9" fmla="*/ 5657444 h 5657444"/>
              <a:gd name="connsiteX10" fmla="*/ 2413221 w 8245719"/>
              <a:gd name="connsiteY10" fmla="*/ 5657444 h 5657444"/>
              <a:gd name="connsiteX11" fmla="*/ 0 w 8245719"/>
              <a:gd name="connsiteY11" fmla="*/ 5657444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5719" h="5657444">
                <a:moveTo>
                  <a:pt x="0" y="0"/>
                </a:moveTo>
                <a:lnTo>
                  <a:pt x="2413221" y="0"/>
                </a:lnTo>
                <a:lnTo>
                  <a:pt x="2560722" y="0"/>
                </a:lnTo>
                <a:lnTo>
                  <a:pt x="2686080" y="0"/>
                </a:lnTo>
                <a:cubicBezTo>
                  <a:pt x="5416593" y="0"/>
                  <a:pt x="5416593" y="0"/>
                  <a:pt x="5416593" y="0"/>
                </a:cubicBezTo>
                <a:cubicBezTo>
                  <a:pt x="6978474" y="0"/>
                  <a:pt x="8245719" y="1267065"/>
                  <a:pt x="8245719" y="2828722"/>
                </a:cubicBezTo>
                <a:cubicBezTo>
                  <a:pt x="8245719" y="4390380"/>
                  <a:pt x="6978474" y="5657444"/>
                  <a:pt x="5416593" y="5657444"/>
                </a:cubicBezTo>
                <a:cubicBezTo>
                  <a:pt x="3539486" y="5657444"/>
                  <a:pt x="2835570" y="5657444"/>
                  <a:pt x="2571602" y="5657444"/>
                </a:cubicBezTo>
                <a:lnTo>
                  <a:pt x="2560722" y="5657444"/>
                </a:lnTo>
                <a:lnTo>
                  <a:pt x="2504877" y="5657444"/>
                </a:lnTo>
                <a:cubicBezTo>
                  <a:pt x="2413221" y="5657444"/>
                  <a:pt x="2413221" y="5657444"/>
                  <a:pt x="2413221" y="5657444"/>
                </a:cubicBezTo>
                <a:lnTo>
                  <a:pt x="0" y="5657444"/>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AU"/>
          </a:p>
        </p:txBody>
      </p:sp>
      <p:sp>
        <p:nvSpPr>
          <p:cNvPr id="9" name="Text Placeholder 5">
            <a:extLst>
              <a:ext uri="{FF2B5EF4-FFF2-40B4-BE49-F238E27FC236}">
                <a16:creationId xmlns:a16="http://schemas.microsoft.com/office/drawing/2014/main" id="{9017768F-8DC2-477F-9ECD-81F29364F3DD}"/>
              </a:ext>
            </a:extLst>
          </p:cNvPr>
          <p:cNvSpPr>
            <a:spLocks noGrp="1" noChangeAspect="1"/>
          </p:cNvSpPr>
          <p:nvPr>
            <p:ph type="body" sz="quarter" idx="19" hasCustomPrompt="1"/>
          </p:nvPr>
        </p:nvSpPr>
        <p:spPr>
          <a:xfrm>
            <a:off x="7476836" y="2579400"/>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5" name="Footer Placeholder 4"/>
          <p:cNvSpPr>
            <a:spLocks noGrp="1"/>
          </p:cNvSpPr>
          <p:nvPr userDrawn="1">
            <p:ph type="ftr" sz="quarter" idx="11"/>
          </p:nvPr>
        </p:nvSpPr>
        <p:spPr/>
        <p:txBody>
          <a:body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3212433"/>
            <a:ext cx="604043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 name="Title 1"/>
          <p:cNvSpPr>
            <a:spLocks noGrp="1"/>
          </p:cNvSpPr>
          <p:nvPr userDrawn="1">
            <p:ph type="title" hasCustomPrompt="1"/>
          </p:nvPr>
        </p:nvSpPr>
        <p:spPr>
          <a:xfrm>
            <a:off x="585538" y="1693697"/>
            <a:ext cx="6039852" cy="1490662"/>
          </a:xfrm>
        </p:spPr>
        <p:txBody>
          <a:bodyPr anchor="b"/>
          <a:lstStyle>
            <a:lvl1pPr>
              <a:defRPr sz="4500" b="0">
                <a:solidFill>
                  <a:schemeClr val="bg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2AAC852E-0250-4DB6-9CF7-0749A20883B2}"/>
              </a:ext>
            </a:extLst>
          </p:cNvPr>
          <p:cNvSpPr>
            <a:spLocks noGrp="1"/>
          </p:cNvSpPr>
          <p:nvPr>
            <p:ph type="dt" sz="half" idx="20"/>
          </p:nvPr>
        </p:nvSpPr>
        <p:spPr/>
        <p:txBody>
          <a:bodyPr/>
          <a:lstStyle/>
          <a:p>
            <a:fld id="{04C26F03-E0BD-3A4E-8828-3B1BFE354402}" type="datetime1">
              <a:rPr lang="en-AU" smtClean="0"/>
              <a:t>5/7/2024</a:t>
            </a:fld>
            <a:endParaRPr lang="en-GB" dirty="0"/>
          </a:p>
        </p:txBody>
      </p:sp>
      <p:sp>
        <p:nvSpPr>
          <p:cNvPr id="4" name="Slide Number Placeholder 3">
            <a:extLst>
              <a:ext uri="{FF2B5EF4-FFF2-40B4-BE49-F238E27FC236}">
                <a16:creationId xmlns:a16="http://schemas.microsoft.com/office/drawing/2014/main" id="{A8326AB9-DC35-4CEC-AEB6-5C7AB50952EF}"/>
              </a:ext>
            </a:extLst>
          </p:cNvPr>
          <p:cNvSpPr>
            <a:spLocks noGrp="1"/>
          </p:cNvSpPr>
          <p:nvPr>
            <p:ph type="sldNum" sz="quarter" idx="21"/>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635030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B">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67BA4DE8-38D7-442D-A110-51B4EF65A77C}"/>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Picture Placeholder 52">
            <a:extLst>
              <a:ext uri="{FF2B5EF4-FFF2-40B4-BE49-F238E27FC236}">
                <a16:creationId xmlns:a16="http://schemas.microsoft.com/office/drawing/2014/main" id="{A8485562-E630-4C57-98C3-B101EF15FC6C}"/>
              </a:ext>
            </a:extLst>
          </p:cNvPr>
          <p:cNvSpPr>
            <a:spLocks noGrp="1"/>
          </p:cNvSpPr>
          <p:nvPr>
            <p:ph type="pic" sz="quarter" idx="14" hasCustomPrompt="1"/>
          </p:nvPr>
        </p:nvSpPr>
        <p:spPr>
          <a:xfrm>
            <a:off x="2769693" y="-3667"/>
            <a:ext cx="9422307" cy="6876000"/>
          </a:xfrm>
          <a:custGeom>
            <a:avLst/>
            <a:gdLst>
              <a:gd name="connsiteX0" fmla="*/ 3980197 w 9422307"/>
              <a:gd name="connsiteY0" fmla="*/ 0 h 6858000"/>
              <a:gd name="connsiteX1" fmla="*/ 9422307 w 9422307"/>
              <a:gd name="connsiteY1" fmla="*/ 0 h 6858000"/>
              <a:gd name="connsiteX2" fmla="*/ 9422307 w 9422307"/>
              <a:gd name="connsiteY2" fmla="*/ 6858000 h 6858000"/>
              <a:gd name="connsiteX3" fmla="*/ 0 w 9422307"/>
              <a:gd name="connsiteY3" fmla="*/ 6858000 h 6858000"/>
              <a:gd name="connsiteX4" fmla="*/ 1570767 w 9422307"/>
              <a:gd name="connsiteY4" fmla="*/ 4150214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2307" h="6858000">
                <a:moveTo>
                  <a:pt x="3980197" y="0"/>
                </a:moveTo>
                <a:lnTo>
                  <a:pt x="9422307" y="0"/>
                </a:lnTo>
                <a:lnTo>
                  <a:pt x="9422307" y="6858000"/>
                </a:lnTo>
                <a:lnTo>
                  <a:pt x="0" y="6858000"/>
                </a:lnTo>
                <a:lnTo>
                  <a:pt x="1570767" y="4150214"/>
                </a:lnTo>
                <a:close/>
              </a:path>
            </a:pathLst>
          </a:custGeom>
          <a:solidFill>
            <a:schemeClr val="bg1">
              <a:lumMod val="75000"/>
            </a:schemeClr>
          </a:solidFill>
        </p:spPr>
        <p:txBody>
          <a:bodyPr wrap="square" tIns="144000" rIns="180000">
            <a:noAutofit/>
          </a:bodyPr>
          <a:lstStyle>
            <a:lvl1pPr algn="r">
              <a:defRPr sz="1400">
                <a:solidFill>
                  <a:schemeClr val="bg1"/>
                </a:solidFill>
              </a:defRPr>
            </a:lvl1pPr>
          </a:lstStyle>
          <a:p>
            <a:r>
              <a:rPr lang="en-AU" dirty="0"/>
              <a:t>Click Icon to Add Image</a:t>
            </a:r>
          </a:p>
        </p:txBody>
      </p:sp>
      <p:sp>
        <p:nvSpPr>
          <p:cNvPr id="44" name="Freeform: Shape 43">
            <a:extLst>
              <a:ext uri="{FF2B5EF4-FFF2-40B4-BE49-F238E27FC236}">
                <a16:creationId xmlns:a16="http://schemas.microsoft.com/office/drawing/2014/main" id="{97A055C5-456B-4769-A5F8-9C3D2A1ADEE2}"/>
              </a:ext>
            </a:extLst>
          </p:cNvPr>
          <p:cNvSpPr/>
          <p:nvPr userDrawn="1"/>
        </p:nvSpPr>
        <p:spPr>
          <a:xfrm>
            <a:off x="1" y="5265083"/>
            <a:ext cx="924688" cy="1596583"/>
          </a:xfrm>
          <a:custGeom>
            <a:avLst/>
            <a:gdLst>
              <a:gd name="connsiteX0" fmla="*/ 0 w 924688"/>
              <a:gd name="connsiteY0" fmla="*/ 0 h 1596583"/>
              <a:gd name="connsiteX1" fmla="*/ 924688 w 924688"/>
              <a:gd name="connsiteY1" fmla="*/ 1596583 h 1596583"/>
              <a:gd name="connsiteX2" fmla="*/ 0 w 924688"/>
              <a:gd name="connsiteY2" fmla="*/ 1596583 h 1596583"/>
              <a:gd name="connsiteX3" fmla="*/ 0 w 924688"/>
              <a:gd name="connsiteY3" fmla="*/ 0 h 1596583"/>
            </a:gdLst>
            <a:ahLst/>
            <a:cxnLst>
              <a:cxn ang="0">
                <a:pos x="connsiteX0" y="connsiteY0"/>
              </a:cxn>
              <a:cxn ang="0">
                <a:pos x="connsiteX1" y="connsiteY1"/>
              </a:cxn>
              <a:cxn ang="0">
                <a:pos x="connsiteX2" y="connsiteY2"/>
              </a:cxn>
              <a:cxn ang="0">
                <a:pos x="connsiteX3" y="connsiteY3"/>
              </a:cxn>
            </a:cxnLst>
            <a:rect l="l" t="t" r="r" b="b"/>
            <a:pathLst>
              <a:path w="924688" h="1596583">
                <a:moveTo>
                  <a:pt x="0" y="0"/>
                </a:moveTo>
                <a:lnTo>
                  <a:pt x="924688" y="1596583"/>
                </a:lnTo>
                <a:lnTo>
                  <a:pt x="0" y="1596583"/>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Text Placeholder 5">
            <a:extLst>
              <a:ext uri="{FF2B5EF4-FFF2-40B4-BE49-F238E27FC236}">
                <a16:creationId xmlns:a16="http://schemas.microsoft.com/office/drawing/2014/main" id="{BA07B5EF-3EE8-4180-965B-121B37F648B0}"/>
              </a:ext>
            </a:extLst>
          </p:cNvPr>
          <p:cNvSpPr>
            <a:spLocks noGrp="1" noChangeAspect="1"/>
          </p:cNvSpPr>
          <p:nvPr>
            <p:ph type="body" sz="quarter" idx="19" hasCustomPrompt="1"/>
          </p:nvPr>
        </p:nvSpPr>
        <p:spPr>
          <a:xfrm>
            <a:off x="10928916" y="5592758"/>
            <a:ext cx="1062000" cy="10620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5" name="Footer Placeholder 4"/>
          <p:cNvSpPr>
            <a:spLocks noGrp="1"/>
          </p:cNvSpPr>
          <p:nvPr userDrawn="1">
            <p:ph type="ftr" sz="quarter" idx="11"/>
          </p:nvPr>
        </p:nvSpPr>
        <p:spPr>
          <a:xfrm>
            <a:off x="3022977" y="6538912"/>
            <a:ext cx="6624000" cy="204248"/>
          </a:xfrm>
        </p:spPr>
        <p:txBody>
          <a:body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2074841"/>
            <a:ext cx="495224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 name="Title 1"/>
          <p:cNvSpPr>
            <a:spLocks noGrp="1"/>
          </p:cNvSpPr>
          <p:nvPr userDrawn="1">
            <p:ph type="title" hasCustomPrompt="1"/>
          </p:nvPr>
        </p:nvSpPr>
        <p:spPr>
          <a:xfrm>
            <a:off x="585538" y="838201"/>
            <a:ext cx="4951662" cy="1152194"/>
          </a:xfrm>
        </p:spPr>
        <p:txBody>
          <a:bodyPr anchor="b"/>
          <a:lstStyle>
            <a:lvl1pPr>
              <a:defRPr sz="4500" b="0">
                <a:solidFill>
                  <a:schemeClr val="bg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3E5F35DA-A0CB-497D-A8CE-8E6388FFEDAC}"/>
              </a:ext>
            </a:extLst>
          </p:cNvPr>
          <p:cNvSpPr>
            <a:spLocks noGrp="1"/>
          </p:cNvSpPr>
          <p:nvPr>
            <p:ph type="dt" sz="half" idx="20"/>
          </p:nvPr>
        </p:nvSpPr>
        <p:spPr>
          <a:xfrm>
            <a:off x="818456" y="6538912"/>
            <a:ext cx="1656000" cy="204248"/>
          </a:xfrm>
        </p:spPr>
        <p:txBody>
          <a:bodyPr/>
          <a:lstStyle/>
          <a:p>
            <a:fld id="{3A4F25AC-F225-0941-B9DC-26BE8F1390BF}" type="datetime1">
              <a:rPr lang="en-AU" smtClean="0"/>
              <a:t>5/7/2024</a:t>
            </a:fld>
            <a:endParaRPr lang="en-GB" dirty="0"/>
          </a:p>
        </p:txBody>
      </p:sp>
      <p:sp>
        <p:nvSpPr>
          <p:cNvPr id="4" name="Slide Number Placeholder 3">
            <a:extLst>
              <a:ext uri="{FF2B5EF4-FFF2-40B4-BE49-F238E27FC236}">
                <a16:creationId xmlns:a16="http://schemas.microsoft.com/office/drawing/2014/main" id="{566EDDA4-F31C-4305-AD14-35FEC21C9E9B}"/>
              </a:ext>
            </a:extLst>
          </p:cNvPr>
          <p:cNvSpPr>
            <a:spLocks noGrp="1"/>
          </p:cNvSpPr>
          <p:nvPr>
            <p:ph type="sldNum" sz="quarter" idx="21"/>
          </p:nvPr>
        </p:nvSpPr>
        <p:spPr>
          <a:xfrm>
            <a:off x="242456" y="6495602"/>
            <a:ext cx="576000" cy="247558"/>
          </a:xfrm>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97236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C">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8479152-EC59-4E85-860A-7F94ED52F8B1}"/>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Picture Placeholder 28">
            <a:extLst>
              <a:ext uri="{FF2B5EF4-FFF2-40B4-BE49-F238E27FC236}">
                <a16:creationId xmlns:a16="http://schemas.microsoft.com/office/drawing/2014/main" id="{16C46A4B-C7F3-48A4-A48B-242F24F3CC97}"/>
              </a:ext>
            </a:extLst>
          </p:cNvPr>
          <p:cNvSpPr>
            <a:spLocks noGrp="1"/>
          </p:cNvSpPr>
          <p:nvPr>
            <p:ph type="pic" sz="quarter" idx="17"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259424 h 6858000"/>
              <a:gd name="connsiteX5" fmla="*/ 2153 w 12192000"/>
              <a:gd name="connsiteY5" fmla="*/ 6259424 h 6858000"/>
              <a:gd name="connsiteX6" fmla="*/ 82352 w 12192000"/>
              <a:gd name="connsiteY6" fmla="*/ 6259424 h 6858000"/>
              <a:gd name="connsiteX7" fmla="*/ 138197 w 12192000"/>
              <a:gd name="connsiteY7" fmla="*/ 6259424 h 6858000"/>
              <a:gd name="connsiteX8" fmla="*/ 149077 w 12192000"/>
              <a:gd name="connsiteY8" fmla="*/ 6259424 h 6858000"/>
              <a:gd name="connsiteX9" fmla="*/ 2994068 w 12192000"/>
              <a:gd name="connsiteY9" fmla="*/ 6259424 h 6858000"/>
              <a:gd name="connsiteX10" fmla="*/ 5823194 w 12192000"/>
              <a:gd name="connsiteY10" fmla="*/ 3430702 h 6858000"/>
              <a:gd name="connsiteX11" fmla="*/ 2994068 w 12192000"/>
              <a:gd name="connsiteY11" fmla="*/ 601980 h 6858000"/>
              <a:gd name="connsiteX12" fmla="*/ 263555 w 12192000"/>
              <a:gd name="connsiteY12" fmla="*/ 601980 h 6858000"/>
              <a:gd name="connsiteX13" fmla="*/ 138197 w 12192000"/>
              <a:gd name="connsiteY13" fmla="*/ 601980 h 6858000"/>
              <a:gd name="connsiteX14" fmla="*/ 0 w 12192000"/>
              <a:gd name="connsiteY14" fmla="*/ 6019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0" y="0"/>
                </a:moveTo>
                <a:lnTo>
                  <a:pt x="12192000" y="0"/>
                </a:lnTo>
                <a:lnTo>
                  <a:pt x="12192000" y="6858000"/>
                </a:lnTo>
                <a:lnTo>
                  <a:pt x="0" y="6858000"/>
                </a:lnTo>
                <a:lnTo>
                  <a:pt x="0" y="6259424"/>
                </a:lnTo>
                <a:lnTo>
                  <a:pt x="2153" y="6259424"/>
                </a:lnTo>
                <a:cubicBezTo>
                  <a:pt x="13610" y="6259424"/>
                  <a:pt x="36524" y="6259424"/>
                  <a:pt x="82352" y="6259424"/>
                </a:cubicBezTo>
                <a:lnTo>
                  <a:pt x="138197" y="6259424"/>
                </a:lnTo>
                <a:lnTo>
                  <a:pt x="149077" y="6259424"/>
                </a:lnTo>
                <a:cubicBezTo>
                  <a:pt x="413045" y="6259424"/>
                  <a:pt x="1116961" y="6259424"/>
                  <a:pt x="2994068" y="6259424"/>
                </a:cubicBezTo>
                <a:cubicBezTo>
                  <a:pt x="4555949" y="6259424"/>
                  <a:pt x="5823194" y="4992360"/>
                  <a:pt x="5823194" y="3430702"/>
                </a:cubicBezTo>
                <a:cubicBezTo>
                  <a:pt x="5823194" y="1869045"/>
                  <a:pt x="4555949" y="601980"/>
                  <a:pt x="2994068" y="601980"/>
                </a:cubicBezTo>
                <a:cubicBezTo>
                  <a:pt x="2994068" y="601980"/>
                  <a:pt x="2994068" y="601980"/>
                  <a:pt x="263555" y="601980"/>
                </a:cubicBezTo>
                <a:lnTo>
                  <a:pt x="138197" y="601980"/>
                </a:lnTo>
                <a:lnTo>
                  <a:pt x="0" y="601980"/>
                </a:lnTo>
                <a:close/>
              </a:path>
            </a:pathLst>
          </a:custGeom>
          <a:solidFill>
            <a:schemeClr val="bg1">
              <a:lumMod val="75000"/>
            </a:schemeClr>
          </a:solidFill>
        </p:spPr>
        <p:txBody>
          <a:bodyPr wrap="square" tIns="144000" rIns="144000">
            <a:noAutofit/>
          </a:bodyPr>
          <a:lstStyle>
            <a:lvl1pPr algn="l">
              <a:defRPr sz="1400">
                <a:solidFill>
                  <a:schemeClr val="bg1"/>
                </a:solidFill>
              </a:defRPr>
            </a:lvl1pPr>
          </a:lstStyle>
          <a:p>
            <a:r>
              <a:rPr lang="en-AU" sz="1400" dirty="0"/>
              <a:t>Drag and drop image form a folder, or click on the placeholder and select ‘Insert \ Images’</a:t>
            </a:r>
            <a:endParaRPr lang="en-AU" dirty="0"/>
          </a:p>
        </p:txBody>
      </p:sp>
      <p:sp>
        <p:nvSpPr>
          <p:cNvPr id="8" name="Text Placeholder 5">
            <a:extLst>
              <a:ext uri="{FF2B5EF4-FFF2-40B4-BE49-F238E27FC236}">
                <a16:creationId xmlns:a16="http://schemas.microsoft.com/office/drawing/2014/main" id="{703D38F9-D214-40CC-B04B-41988914E4F4}"/>
              </a:ext>
            </a:extLst>
          </p:cNvPr>
          <p:cNvSpPr>
            <a:spLocks noGrp="1" noChangeAspect="1"/>
          </p:cNvSpPr>
          <p:nvPr>
            <p:ph type="body" sz="quarter" idx="19" hasCustomPrompt="1"/>
          </p:nvPr>
        </p:nvSpPr>
        <p:spPr>
          <a:xfrm>
            <a:off x="5074077" y="2579400"/>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9" name="Footer Placeholder 8">
            <a:extLst>
              <a:ext uri="{FF2B5EF4-FFF2-40B4-BE49-F238E27FC236}">
                <a16:creationId xmlns:a16="http://schemas.microsoft.com/office/drawing/2014/main" id="{B6BDA700-3D1B-49F1-9223-954502A2E2FB}"/>
              </a:ext>
            </a:extLst>
          </p:cNvPr>
          <p:cNvSpPr>
            <a:spLocks noGrp="1"/>
          </p:cNvSpPr>
          <p:nvPr>
            <p:ph type="ftr" sz="quarter" idx="15"/>
          </p:nvPr>
        </p:nvSpPr>
        <p:spPr/>
        <p:txBody>
          <a:bodyPr/>
          <a:lstStyle>
            <a:lvl1pPr>
              <a:defRPr>
                <a:solidFill>
                  <a:schemeClr val="bg1"/>
                </a:solidFill>
              </a:defRPr>
            </a:lvl1p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489123"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Sub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7" name="Title 26">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489123" cy="959957"/>
          </a:xfrm>
        </p:spPr>
        <p:txBody>
          <a:bodyPr anchor="b"/>
          <a:lstStyle>
            <a:lvl1pPr>
              <a:defRPr sz="4500" b="0">
                <a:solidFill>
                  <a:schemeClr val="bg1"/>
                </a:solidFill>
              </a:defRPr>
            </a:lvl1pPr>
          </a:lstStyle>
          <a:p>
            <a:r>
              <a:rPr lang="en-US" dirty="0"/>
              <a:t>Click to add title</a:t>
            </a:r>
            <a:endParaRPr lang="en-AU" dirty="0"/>
          </a:p>
        </p:txBody>
      </p:sp>
      <p:sp>
        <p:nvSpPr>
          <p:cNvPr id="2" name="Date Placeholder 1">
            <a:extLst>
              <a:ext uri="{FF2B5EF4-FFF2-40B4-BE49-F238E27FC236}">
                <a16:creationId xmlns:a16="http://schemas.microsoft.com/office/drawing/2014/main" id="{94E0BBDE-3DC0-422A-9810-E77BF931A7C1}"/>
              </a:ext>
            </a:extLst>
          </p:cNvPr>
          <p:cNvSpPr>
            <a:spLocks noGrp="1"/>
          </p:cNvSpPr>
          <p:nvPr>
            <p:ph type="dt" sz="half" idx="20"/>
          </p:nvPr>
        </p:nvSpPr>
        <p:spPr/>
        <p:txBody>
          <a:bodyPr/>
          <a:lstStyle>
            <a:lvl1pPr>
              <a:defRPr>
                <a:solidFill>
                  <a:schemeClr val="bg1"/>
                </a:solidFill>
              </a:defRPr>
            </a:lvl1pPr>
          </a:lstStyle>
          <a:p>
            <a:fld id="{7BD8CA04-46CD-9743-A26A-142823A457DD}" type="datetime1">
              <a:rPr lang="en-AU" smtClean="0"/>
              <a:t>5/7/2024</a:t>
            </a:fld>
            <a:endParaRPr lang="en-GB" dirty="0"/>
          </a:p>
        </p:txBody>
      </p:sp>
      <p:sp>
        <p:nvSpPr>
          <p:cNvPr id="3" name="Slide Number Placeholder 2">
            <a:extLst>
              <a:ext uri="{FF2B5EF4-FFF2-40B4-BE49-F238E27FC236}">
                <a16:creationId xmlns:a16="http://schemas.microsoft.com/office/drawing/2014/main" id="{5959DC99-5700-4331-8772-376A0FFF7F2C}"/>
              </a:ext>
            </a:extLst>
          </p:cNvPr>
          <p:cNvSpPr>
            <a:spLocks noGrp="1"/>
          </p:cNvSpPr>
          <p:nvPr>
            <p:ph type="sldNum" sz="quarter" idx="21"/>
          </p:nvPr>
        </p:nvSpPr>
        <p:spPr/>
        <p:txBody>
          <a:bodyPr/>
          <a:lstStyle>
            <a:lvl1pPr>
              <a:defRPr>
                <a:solidFill>
                  <a:schemeClr val="bg1"/>
                </a:solidFill>
              </a:defRPr>
            </a:lvl1p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405929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C57DA6F-A204-4940-B919-67CA81BB5E70}"/>
              </a:ext>
            </a:extLst>
          </p:cNvPr>
          <p:cNvSpPr>
            <a:spLocks noGrp="1"/>
          </p:cNvSpPr>
          <p:nvPr>
            <p:ph type="pic" sz="quarter" idx="17" hasCustomPrompt="1"/>
          </p:nvPr>
        </p:nvSpPr>
        <p:spPr>
          <a:xfrm>
            <a:off x="0" y="0"/>
            <a:ext cx="12192000" cy="6858000"/>
          </a:xfrm>
          <a:solidFill>
            <a:schemeClr val="bg1">
              <a:lumMod val="75000"/>
            </a:schemeClr>
          </a:solidFill>
        </p:spPr>
        <p:txBody>
          <a:bodyPr lIns="144000" tIns="144000"/>
          <a:lstStyle>
            <a:lvl1pPr>
              <a:defRPr sz="1400">
                <a:solidFill>
                  <a:schemeClr val="bg1"/>
                </a:solidFill>
              </a:defRPr>
            </a:lvl1pPr>
          </a:lstStyle>
          <a:p>
            <a:r>
              <a:rPr lang="en-AU" sz="1400" dirty="0"/>
              <a:t>Click Icon to Add Image</a:t>
            </a:r>
            <a:endParaRPr lang="en-AU" dirty="0"/>
          </a:p>
        </p:txBody>
      </p:sp>
      <p:sp>
        <p:nvSpPr>
          <p:cNvPr id="10" name="Text Placeholder 5">
            <a:extLst>
              <a:ext uri="{FF2B5EF4-FFF2-40B4-BE49-F238E27FC236}">
                <a16:creationId xmlns:a16="http://schemas.microsoft.com/office/drawing/2014/main" id="{11B59CA2-2EEE-4B61-A623-6BE4CE88BB2D}"/>
              </a:ext>
            </a:extLst>
          </p:cNvPr>
          <p:cNvSpPr>
            <a:spLocks noGrp="1" noChangeAspect="1"/>
          </p:cNvSpPr>
          <p:nvPr>
            <p:ph type="body" sz="quarter" idx="18" hasCustomPrompt="1"/>
          </p:nvPr>
        </p:nvSpPr>
        <p:spPr>
          <a:xfrm>
            <a:off x="10928916" y="5592758"/>
            <a:ext cx="1062000" cy="10620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9" name="Footer Placeholder 8">
            <a:extLst>
              <a:ext uri="{FF2B5EF4-FFF2-40B4-BE49-F238E27FC236}">
                <a16:creationId xmlns:a16="http://schemas.microsoft.com/office/drawing/2014/main" id="{B6BDA700-3D1B-49F1-9223-954502A2E2FB}"/>
              </a:ext>
            </a:extLst>
          </p:cNvPr>
          <p:cNvSpPr>
            <a:spLocks noGrp="1"/>
          </p:cNvSpPr>
          <p:nvPr>
            <p:ph type="ftr" sz="quarter" idx="15"/>
          </p:nvPr>
        </p:nvSpPr>
        <p:spPr/>
        <p:txBody>
          <a:bodyPr/>
          <a:lstStyle>
            <a:lvl1pPr>
              <a:defRPr>
                <a:solidFill>
                  <a:schemeClr val="tx1"/>
                </a:solidFill>
              </a:defRPr>
            </a:lvl1pPr>
          </a:lstStyle>
          <a:p>
            <a:endParaRPr lang="en-GB"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577597"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marL="223200" indent="-180000">
              <a:spcBef>
                <a:spcPts val="0"/>
              </a:spcBef>
              <a:buSzPct val="75000"/>
              <a:buFont typeface="Calibri" panose="020F0502020204030204" pitchFamily="34" charset="0"/>
              <a:buChar char="●"/>
              <a:defRPr sz="1800">
                <a:solidFill>
                  <a:schemeClr val="bg1"/>
                </a:solidFill>
              </a:defRPr>
            </a:lvl2pPr>
            <a:lvl3pPr marL="223200" indent="-180000">
              <a:spcBef>
                <a:spcPts val="0"/>
              </a:spcBef>
              <a:buSzPct val="75000"/>
              <a:buFont typeface="Calibri" panose="020F0502020204030204" pitchFamily="34" charset="0"/>
              <a:buChar char="●"/>
              <a:defRPr sz="1800">
                <a:solidFill>
                  <a:schemeClr val="bg1"/>
                </a:solidFill>
              </a:defRPr>
            </a:lvl3pPr>
            <a:lvl4pPr marL="223200" indent="-180000">
              <a:spcBef>
                <a:spcPts val="0"/>
              </a:spcBef>
              <a:buSzPct val="75000"/>
              <a:buFont typeface="Calibri" panose="020F0502020204030204" pitchFamily="34" charset="0"/>
              <a:buChar char="●"/>
              <a:defRPr sz="1800">
                <a:solidFill>
                  <a:schemeClr val="bg1"/>
                </a:solidFill>
              </a:defRPr>
            </a:lvl4pPr>
            <a:lvl5pPr marL="223200" indent="-180000">
              <a:spcBef>
                <a:spcPts val="0"/>
              </a:spcBef>
              <a:buSzPct val="75000"/>
              <a:buFont typeface="Calibri" panose="020F0502020204030204" pitchFamily="34" charset="0"/>
              <a:buChar char="●"/>
              <a:defRPr sz="1800">
                <a:solidFill>
                  <a:schemeClr val="bg1"/>
                </a:solidFill>
              </a:defRPr>
            </a:lvl5pPr>
            <a:lvl6pPr marL="223200" indent="-180000">
              <a:spcBef>
                <a:spcPts val="0"/>
              </a:spcBef>
              <a:buSzPct val="75000"/>
              <a:buFont typeface="Calibri" panose="020F0502020204030204" pitchFamily="34" charset="0"/>
              <a:buChar char="●"/>
              <a:defRPr sz="1800">
                <a:solidFill>
                  <a:schemeClr val="bg1"/>
                </a:solidFill>
              </a:defRPr>
            </a:lvl6pPr>
            <a:lvl7pPr marL="223200" indent="-180000">
              <a:spcBef>
                <a:spcPts val="0"/>
              </a:spcBef>
              <a:buSzPct val="75000"/>
              <a:buFont typeface="Calibri" panose="020F0502020204030204" pitchFamily="34" charset="0"/>
              <a:buChar char="●"/>
              <a:defRPr sz="1800">
                <a:solidFill>
                  <a:schemeClr val="bg1"/>
                </a:solidFill>
              </a:defRPr>
            </a:lvl7pPr>
            <a:lvl8pPr marL="223200" indent="-180000">
              <a:spcBef>
                <a:spcPts val="0"/>
              </a:spcBef>
              <a:buSzPct val="75000"/>
              <a:buFont typeface="Calibri" panose="020F0502020204030204" pitchFamily="34" charset="0"/>
              <a:buChar char="●"/>
              <a:defRPr sz="1800">
                <a:solidFill>
                  <a:schemeClr val="bg1"/>
                </a:solidFill>
              </a:defRPr>
            </a:lvl8pPr>
            <a:lvl9pPr marL="223200" indent="-180000">
              <a:spcBef>
                <a:spcPts val="0"/>
              </a:spcBef>
              <a:buSzPct val="75000"/>
              <a:buFont typeface="Calibri" panose="020F0502020204030204" pitchFamily="34" charset="0"/>
              <a:buChar char="●"/>
              <a:defRPr sz="18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7" name="Title 26">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577597" cy="959957"/>
          </a:xfrm>
        </p:spPr>
        <p:txBody>
          <a:bodyPr anchor="b"/>
          <a:lstStyle>
            <a:lvl1pPr>
              <a:defRPr sz="4500" b="0">
                <a:solidFill>
                  <a:schemeClr val="bg1"/>
                </a:solidFill>
              </a:defRPr>
            </a:lvl1pPr>
          </a:lstStyle>
          <a:p>
            <a:r>
              <a:rPr lang="en-US" dirty="0"/>
              <a:t>Click to add title</a:t>
            </a:r>
            <a:endParaRPr lang="en-AU" dirty="0"/>
          </a:p>
        </p:txBody>
      </p:sp>
      <p:sp>
        <p:nvSpPr>
          <p:cNvPr id="2" name="Date Placeholder 1">
            <a:extLst>
              <a:ext uri="{FF2B5EF4-FFF2-40B4-BE49-F238E27FC236}">
                <a16:creationId xmlns:a16="http://schemas.microsoft.com/office/drawing/2014/main" id="{164DCF1E-8F39-41D0-A9C1-E9549F7CF2F8}"/>
              </a:ext>
            </a:extLst>
          </p:cNvPr>
          <p:cNvSpPr>
            <a:spLocks noGrp="1"/>
          </p:cNvSpPr>
          <p:nvPr>
            <p:ph type="dt" sz="half" idx="19"/>
          </p:nvPr>
        </p:nvSpPr>
        <p:spPr/>
        <p:txBody>
          <a:bodyPr/>
          <a:lstStyle/>
          <a:p>
            <a:fld id="{D59941AE-B20F-9145-A0D9-892CDE8B83C1}" type="datetime1">
              <a:rPr lang="en-AU" smtClean="0"/>
              <a:t>5/7/2024</a:t>
            </a:fld>
            <a:endParaRPr lang="en-GB" dirty="0"/>
          </a:p>
        </p:txBody>
      </p:sp>
      <p:sp>
        <p:nvSpPr>
          <p:cNvPr id="3" name="Slide Number Placeholder 2">
            <a:extLst>
              <a:ext uri="{FF2B5EF4-FFF2-40B4-BE49-F238E27FC236}">
                <a16:creationId xmlns:a16="http://schemas.microsoft.com/office/drawing/2014/main" id="{C2399E86-648A-4B59-98F0-EF6DC8678F4F}"/>
              </a:ext>
            </a:extLst>
          </p:cNvPr>
          <p:cNvSpPr>
            <a:spLocks noGrp="1"/>
          </p:cNvSpPr>
          <p:nvPr>
            <p:ph type="sldNum" sz="quarter" idx="20"/>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2719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A">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8DC45528-1B6A-4446-AEDE-705B717C6B6D}"/>
              </a:ext>
            </a:extLst>
          </p:cNvPr>
          <p:cNvSpPr>
            <a:spLocks noGrp="1"/>
          </p:cNvSpPr>
          <p:nvPr>
            <p:ph type="dt" sz="half" idx="13"/>
          </p:nvPr>
        </p:nvSpPr>
        <p:spPr/>
        <p:txBody>
          <a:bodyPr/>
          <a:lstStyle/>
          <a:p>
            <a:fld id="{7F0541D2-0489-CE40-9F44-0F03B23E0285}" type="datetime1">
              <a:rPr lang="en-AU" smtClean="0"/>
              <a:t>5/7/2024</a:t>
            </a:fld>
            <a:endParaRPr lang="en-GB" dirty="0"/>
          </a:p>
        </p:txBody>
      </p:sp>
      <p:sp>
        <p:nvSpPr>
          <p:cNvPr id="4" name="Slide Number Placeholder 3">
            <a:extLst>
              <a:ext uri="{FF2B5EF4-FFF2-40B4-BE49-F238E27FC236}">
                <a16:creationId xmlns:a16="http://schemas.microsoft.com/office/drawing/2014/main" id="{01B2FFC1-B599-4249-BF7C-5EB3158725BD}"/>
              </a:ext>
            </a:extLst>
          </p:cNvPr>
          <p:cNvSpPr>
            <a:spLocks noGrp="1"/>
          </p:cNvSpPr>
          <p:nvPr>
            <p:ph type="sldNum" sz="quarter" idx="14"/>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890854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p:cNvSpPr>
            <a:spLocks noGrp="1"/>
          </p:cNvSpPr>
          <p:nvPr>
            <p:ph type="ftr" sz="quarter" idx="11"/>
          </p:nvPr>
        </p:nvSpPr>
        <p:spPr/>
        <p:txBody>
          <a:bodyPr/>
          <a:lstStyle/>
          <a:p>
            <a:endParaRPr lang="en-GB" dirty="0"/>
          </a:p>
        </p:txBody>
      </p:sp>
      <p:sp>
        <p:nvSpPr>
          <p:cNvPr id="6" name="Content Placeholder 5">
            <a:extLst>
              <a:ext uri="{FF2B5EF4-FFF2-40B4-BE49-F238E27FC236}">
                <a16:creationId xmlns:a16="http://schemas.microsoft.com/office/drawing/2014/main" id="{1728D9B9-3392-4769-8DFF-BE6FA168AE0E}"/>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5F3A769-D0BC-4490-8B03-43A1AA4ABF41}"/>
              </a:ext>
            </a:extLst>
          </p:cNvPr>
          <p:cNvSpPr>
            <a:spLocks noGrp="1"/>
          </p:cNvSpPr>
          <p:nvPr>
            <p:ph type="dt" sz="half" idx="13"/>
          </p:nvPr>
        </p:nvSpPr>
        <p:spPr/>
        <p:txBody>
          <a:bodyPr/>
          <a:lstStyle/>
          <a:p>
            <a:fld id="{B102ACE4-08A9-C341-9742-21FF2CACE90F}" type="datetime1">
              <a:rPr lang="en-AU" smtClean="0"/>
              <a:t>5/7/2024</a:t>
            </a:fld>
            <a:endParaRPr lang="en-GB" dirty="0"/>
          </a:p>
        </p:txBody>
      </p:sp>
      <p:sp>
        <p:nvSpPr>
          <p:cNvPr id="4" name="Slide Number Placeholder 3">
            <a:extLst>
              <a:ext uri="{FF2B5EF4-FFF2-40B4-BE49-F238E27FC236}">
                <a16:creationId xmlns:a16="http://schemas.microsoft.com/office/drawing/2014/main" id="{6393E0C9-0F20-4E28-BB22-BE1ED9E4D040}"/>
              </a:ext>
            </a:extLst>
          </p:cNvPr>
          <p:cNvSpPr>
            <a:spLocks noGrp="1"/>
          </p:cNvSpPr>
          <p:nvPr>
            <p:ph type="sldNum" sz="quarter" idx="14"/>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63001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and Image">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07AC9EC-B695-415B-B6C5-74325AD87060}"/>
              </a:ext>
            </a:extLst>
          </p:cNvPr>
          <p:cNvSpPr/>
          <p:nvPr userDrawn="1"/>
        </p:nvSpPr>
        <p:spPr>
          <a:xfrm>
            <a:off x="0" y="0"/>
            <a:ext cx="12191999" cy="1503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Picture Placeholder 34">
            <a:extLst>
              <a:ext uri="{FF2B5EF4-FFF2-40B4-BE49-F238E27FC236}">
                <a16:creationId xmlns:a16="http://schemas.microsoft.com/office/drawing/2014/main" id="{3EAA3666-B8A8-41AC-9F39-8F2ACFA8A9E7}"/>
              </a:ext>
            </a:extLst>
          </p:cNvPr>
          <p:cNvSpPr>
            <a:spLocks noGrp="1"/>
          </p:cNvSpPr>
          <p:nvPr>
            <p:ph type="pic" sz="quarter" idx="13" hasCustomPrompt="1"/>
          </p:nvPr>
        </p:nvSpPr>
        <p:spPr>
          <a:xfrm>
            <a:off x="9334200" y="1"/>
            <a:ext cx="2857798" cy="4930775"/>
          </a:xfrm>
          <a:custGeom>
            <a:avLst/>
            <a:gdLst>
              <a:gd name="connsiteX0" fmla="*/ 0 w 2857798"/>
              <a:gd name="connsiteY0" fmla="*/ 0 h 4930775"/>
              <a:gd name="connsiteX1" fmla="*/ 2857798 w 2857798"/>
              <a:gd name="connsiteY1" fmla="*/ 0 h 4930775"/>
              <a:gd name="connsiteX2" fmla="*/ 2857798 w 2857798"/>
              <a:gd name="connsiteY2" fmla="*/ 4884513 h 4930775"/>
              <a:gd name="connsiteX3" fmla="*/ 2635296 w 2857798"/>
              <a:gd name="connsiteY3" fmla="*/ 4918446 h 4930775"/>
              <a:gd name="connsiteX4" fmla="*/ 2390916 w 2857798"/>
              <a:gd name="connsiteY4" fmla="*/ 4930775 h 4930775"/>
              <a:gd name="connsiteX5" fmla="*/ 0 w 2857798"/>
              <a:gd name="connsiteY5" fmla="*/ 2543350 h 4930775"/>
              <a:gd name="connsiteX6" fmla="*/ 0 w 2857798"/>
              <a:gd name="connsiteY6" fmla="*/ 149177 h 4930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798" h="4930775">
                <a:moveTo>
                  <a:pt x="0" y="0"/>
                </a:moveTo>
                <a:lnTo>
                  <a:pt x="2857798" y="0"/>
                </a:lnTo>
                <a:lnTo>
                  <a:pt x="2857798" y="4884513"/>
                </a:lnTo>
                <a:lnTo>
                  <a:pt x="2635296" y="4918446"/>
                </a:lnTo>
                <a:cubicBezTo>
                  <a:pt x="2554956" y="4926599"/>
                  <a:pt x="2473429" y="4930775"/>
                  <a:pt x="2390916" y="4930775"/>
                </a:cubicBezTo>
                <a:cubicBezTo>
                  <a:pt x="1070701" y="4930775"/>
                  <a:pt x="0" y="3861638"/>
                  <a:pt x="0" y="2543350"/>
                </a:cubicBezTo>
                <a:cubicBezTo>
                  <a:pt x="0" y="2543350"/>
                  <a:pt x="0" y="2543350"/>
                  <a:pt x="0" y="149177"/>
                </a:cubicBez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sp>
        <p:nvSpPr>
          <p:cNvPr id="5" name="Footer Placeholder 4"/>
          <p:cNvSpPr>
            <a:spLocks noGrp="1"/>
          </p:cNvSpPr>
          <p:nvPr>
            <p:ph type="ftr" sz="quarter" idx="11"/>
          </p:nvPr>
        </p:nvSpPr>
        <p:spPr/>
        <p:txBody>
          <a:bodyPr/>
          <a:lstStyle/>
          <a:p>
            <a:endParaRPr lang="en-GB"/>
          </a:p>
        </p:txBody>
      </p:sp>
      <p:sp>
        <p:nvSpPr>
          <p:cNvPr id="41" name="Text Placeholder 7">
            <a:extLst>
              <a:ext uri="{FF2B5EF4-FFF2-40B4-BE49-F238E27FC236}">
                <a16:creationId xmlns:a16="http://schemas.microsoft.com/office/drawing/2014/main" id="{249BAF2C-024F-493D-94ED-A02A44D4AD72}"/>
              </a:ext>
            </a:extLst>
          </p:cNvPr>
          <p:cNvSpPr>
            <a:spLocks noGrp="1"/>
          </p:cNvSpPr>
          <p:nvPr>
            <p:ph type="body" sz="quarter" idx="14" hasCustomPrompt="1"/>
          </p:nvPr>
        </p:nvSpPr>
        <p:spPr>
          <a:xfrm>
            <a:off x="482600" y="1393825"/>
            <a:ext cx="8286712" cy="4351338"/>
          </a:xfrm>
        </p:spPr>
        <p:txBody>
          <a:bodyPr numCol="2" spcCol="540000"/>
          <a:lstStyle>
            <a:lvl1pPr>
              <a:defRPr/>
            </a:lvl1pPr>
          </a:lstStyle>
          <a:p>
            <a:pPr lvl="0"/>
            <a:r>
              <a:rPr lang="en-US" dirty="0"/>
              <a:t>There are five type styles in the template, available as List Levels. Press the Increase / Decrease button in the paragraph section of the home ribbon to move through the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8EC8A4A2-6D2C-4EF8-8396-594F3D8AA0EE}"/>
              </a:ext>
            </a:extLst>
          </p:cNvPr>
          <p:cNvSpPr>
            <a:spLocks noGrp="1"/>
          </p:cNvSpPr>
          <p:nvPr>
            <p:ph type="dt" sz="half" idx="15"/>
          </p:nvPr>
        </p:nvSpPr>
        <p:spPr/>
        <p:txBody>
          <a:bodyPr/>
          <a:lstStyle/>
          <a:p>
            <a:fld id="{29EC9411-7BCD-F14B-8EE7-DE57EC103DDD}" type="datetime1">
              <a:rPr lang="en-AU" smtClean="0"/>
              <a:t>5/7/2024</a:t>
            </a:fld>
            <a:endParaRPr lang="en-GB" dirty="0"/>
          </a:p>
        </p:txBody>
      </p:sp>
      <p:sp>
        <p:nvSpPr>
          <p:cNvPr id="4" name="Slide Number Placeholder 3">
            <a:extLst>
              <a:ext uri="{FF2B5EF4-FFF2-40B4-BE49-F238E27FC236}">
                <a16:creationId xmlns:a16="http://schemas.microsoft.com/office/drawing/2014/main" id="{64914F6D-4607-4FA9-A58F-5AD07F43B2C2}"/>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425179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and Imag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Picture Placeholder 22">
            <a:extLst>
              <a:ext uri="{FF2B5EF4-FFF2-40B4-BE49-F238E27FC236}">
                <a16:creationId xmlns:a16="http://schemas.microsoft.com/office/drawing/2014/main" id="{94303B84-34AA-4CF3-8091-F68C9E08919D}"/>
              </a:ext>
            </a:extLst>
          </p:cNvPr>
          <p:cNvSpPr>
            <a:spLocks noGrp="1"/>
          </p:cNvSpPr>
          <p:nvPr>
            <p:ph type="pic" sz="quarter" idx="14" hasCustomPrompt="1"/>
          </p:nvPr>
        </p:nvSpPr>
        <p:spPr>
          <a:xfrm>
            <a:off x="5318503" y="0"/>
            <a:ext cx="6873496"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4465777 w 6873496"/>
              <a:gd name="connsiteY4" fmla="*/ 6858000 h 6858000"/>
              <a:gd name="connsiteX5" fmla="*/ 3977804 w 6873496"/>
              <a:gd name="connsiteY5" fmla="*/ 6858000 h 6858000"/>
              <a:gd name="connsiteX6" fmla="*/ 1947696 w 6873496"/>
              <a:gd name="connsiteY6"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496" h="6858000">
                <a:moveTo>
                  <a:pt x="0" y="0"/>
                </a:moveTo>
                <a:lnTo>
                  <a:pt x="6873496" y="0"/>
                </a:lnTo>
                <a:lnTo>
                  <a:pt x="6873496" y="2702626"/>
                </a:lnTo>
                <a:lnTo>
                  <a:pt x="6492648" y="3359543"/>
                </a:lnTo>
                <a:lnTo>
                  <a:pt x="4465777" y="6858000"/>
                </a:lnTo>
                <a:lnTo>
                  <a:pt x="3977804" y="6858000"/>
                </a:lnTo>
                <a:lnTo>
                  <a:pt x="1947696" y="3359543"/>
                </a:lnTo>
                <a:close/>
              </a:path>
            </a:pathLst>
          </a:custGeom>
          <a:solidFill>
            <a:schemeClr val="bg1">
              <a:lumMod val="75000"/>
            </a:schemeClr>
          </a:solidFill>
        </p:spPr>
        <p:txBody>
          <a:bodyPr wrap="square" lIns="360000" tIns="144000">
            <a:noAutofit/>
          </a:bodyPr>
          <a:lstStyle>
            <a:lvl1pPr>
              <a:defRPr sz="1400">
                <a:solidFill>
                  <a:schemeClr val="bg1"/>
                </a:solidFill>
              </a:defRPr>
            </a:lvl1pPr>
          </a:lstStyle>
          <a:p>
            <a:r>
              <a:rPr lang="en-AU" dirty="0"/>
              <a:t>Click Icon to Add Image</a:t>
            </a:r>
          </a:p>
        </p:txBody>
      </p:sp>
      <p:grpSp>
        <p:nvGrpSpPr>
          <p:cNvPr id="7" name="Group 6">
            <a:extLst>
              <a:ext uri="{FF2B5EF4-FFF2-40B4-BE49-F238E27FC236}">
                <a16:creationId xmlns:a16="http://schemas.microsoft.com/office/drawing/2014/main" id="{D9035036-3F26-4DFE-9E0E-420BA75CA8A7}"/>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9F086954-C9F8-4A70-8961-B0BA78334031}"/>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896B314C-9708-41CE-BDBE-392773F26041}"/>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82600" y="1393825"/>
            <a:ext cx="6022975" cy="4802188"/>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DDABCAF-764A-478F-900E-DB47674FF212}"/>
              </a:ext>
            </a:extLst>
          </p:cNvPr>
          <p:cNvSpPr>
            <a:spLocks noGrp="1"/>
          </p:cNvSpPr>
          <p:nvPr>
            <p:ph type="dt" sz="half" idx="15"/>
          </p:nvPr>
        </p:nvSpPr>
        <p:spPr/>
        <p:txBody>
          <a:bodyPr/>
          <a:lstStyle/>
          <a:p>
            <a:fld id="{58A8DE7C-4D9B-144F-B7DB-A59F26E959B3}" type="datetime1">
              <a:rPr lang="en-AU" smtClean="0"/>
              <a:t>5/7/2024</a:t>
            </a:fld>
            <a:endParaRPr lang="en-GB" dirty="0"/>
          </a:p>
        </p:txBody>
      </p:sp>
      <p:sp>
        <p:nvSpPr>
          <p:cNvPr id="5" name="Slide Number Placeholder 4">
            <a:extLst>
              <a:ext uri="{FF2B5EF4-FFF2-40B4-BE49-F238E27FC236}">
                <a16:creationId xmlns:a16="http://schemas.microsoft.com/office/drawing/2014/main" id="{5D568F61-A90D-4626-89E3-AC189972032A}"/>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917967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Three Box A">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dirty="0"/>
          </a:p>
        </p:txBody>
      </p:sp>
      <p:sp>
        <p:nvSpPr>
          <p:cNvPr id="10" name="Text Placeholder 7">
            <a:extLst>
              <a:ext uri="{FF2B5EF4-FFF2-40B4-BE49-F238E27FC236}">
                <a16:creationId xmlns:a16="http://schemas.microsoft.com/office/drawing/2014/main" id="{853CAFBE-951E-4246-BA1D-725A804EE618}"/>
              </a:ext>
            </a:extLst>
          </p:cNvPr>
          <p:cNvSpPr>
            <a:spLocks noGrp="1"/>
          </p:cNvSpPr>
          <p:nvPr>
            <p:ph type="body" sz="quarter" idx="15" hasCustomPrompt="1"/>
          </p:nvPr>
        </p:nvSpPr>
        <p:spPr>
          <a:xfrm>
            <a:off x="656907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Text Placeholder 7">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350202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43497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6E45C03E-687E-4F26-93D9-45472C9126C1}"/>
              </a:ext>
            </a:extLst>
          </p:cNvPr>
          <p:cNvSpPr>
            <a:spLocks noGrp="1"/>
          </p:cNvSpPr>
          <p:nvPr>
            <p:ph type="dt" sz="half" idx="16"/>
          </p:nvPr>
        </p:nvSpPr>
        <p:spPr/>
        <p:txBody>
          <a:bodyPr/>
          <a:lstStyle/>
          <a:p>
            <a:fld id="{FD796EC9-2B6C-A841-9D6B-425EEAE30F84}" type="datetime1">
              <a:rPr lang="en-AU" smtClean="0"/>
              <a:t>5/7/2024</a:t>
            </a:fld>
            <a:endParaRPr lang="en-GB" dirty="0"/>
          </a:p>
        </p:txBody>
      </p:sp>
      <p:sp>
        <p:nvSpPr>
          <p:cNvPr id="4" name="Slide Number Placeholder 3">
            <a:extLst>
              <a:ext uri="{FF2B5EF4-FFF2-40B4-BE49-F238E27FC236}">
                <a16:creationId xmlns:a16="http://schemas.microsoft.com/office/drawing/2014/main" id="{8A5E4A8F-402C-42E4-A3BC-3B884867CCA2}"/>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903625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 Three Box B">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12" name="Text Placeholder 7">
            <a:extLst>
              <a:ext uri="{FF2B5EF4-FFF2-40B4-BE49-F238E27FC236}">
                <a16:creationId xmlns:a16="http://schemas.microsoft.com/office/drawing/2014/main" id="{3AEA2733-1074-4E88-BFB1-608DFC511FB4}"/>
              </a:ext>
            </a:extLst>
          </p:cNvPr>
          <p:cNvSpPr>
            <a:spLocks noGrp="1"/>
          </p:cNvSpPr>
          <p:nvPr>
            <p:ph type="body" sz="quarter" idx="15" hasCustomPrompt="1"/>
          </p:nvPr>
        </p:nvSpPr>
        <p:spPr>
          <a:xfrm>
            <a:off x="707898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1" name="Text Placeholder 7">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378714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50292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6492E888-DD3C-40CE-B514-8A291AEB5E0A}"/>
              </a:ext>
            </a:extLst>
          </p:cNvPr>
          <p:cNvSpPr>
            <a:spLocks noGrp="1"/>
          </p:cNvSpPr>
          <p:nvPr>
            <p:ph type="dt" sz="half" idx="16"/>
          </p:nvPr>
        </p:nvSpPr>
        <p:spPr/>
        <p:txBody>
          <a:bodyPr/>
          <a:lstStyle/>
          <a:p>
            <a:fld id="{9FB05910-0BBC-EA44-84CB-587EB332D61D}" type="datetime1">
              <a:rPr lang="en-AU" smtClean="0"/>
              <a:t>5/7/2024</a:t>
            </a:fld>
            <a:endParaRPr lang="en-GB" dirty="0"/>
          </a:p>
        </p:txBody>
      </p:sp>
      <p:sp>
        <p:nvSpPr>
          <p:cNvPr id="4" name="Slide Number Placeholder 3">
            <a:extLst>
              <a:ext uri="{FF2B5EF4-FFF2-40B4-BE49-F238E27FC236}">
                <a16:creationId xmlns:a16="http://schemas.microsoft.com/office/drawing/2014/main" id="{6AFAED9D-A067-4390-B34F-26FB09B9D4C5}"/>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20583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 Two Box A">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9" name="Text Placeholder 7">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4820285" y="1866899"/>
            <a:ext cx="3949027"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434975" y="1866899"/>
            <a:ext cx="40608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619354C1-473D-4351-8BF7-6F2C022D9569}"/>
              </a:ext>
            </a:extLst>
          </p:cNvPr>
          <p:cNvSpPr>
            <a:spLocks noGrp="1"/>
          </p:cNvSpPr>
          <p:nvPr>
            <p:ph type="dt" sz="half" idx="15"/>
          </p:nvPr>
        </p:nvSpPr>
        <p:spPr/>
        <p:txBody>
          <a:bodyPr/>
          <a:lstStyle/>
          <a:p>
            <a:fld id="{568060DE-4EB9-0647-AA0E-6A41302C6AEE}" type="datetime1">
              <a:rPr lang="en-AU" smtClean="0"/>
              <a:t>5/7/2024</a:t>
            </a:fld>
            <a:endParaRPr lang="en-GB" dirty="0"/>
          </a:p>
        </p:txBody>
      </p:sp>
      <p:sp>
        <p:nvSpPr>
          <p:cNvPr id="4" name="Slide Number Placeholder 3">
            <a:extLst>
              <a:ext uri="{FF2B5EF4-FFF2-40B4-BE49-F238E27FC236}">
                <a16:creationId xmlns:a16="http://schemas.microsoft.com/office/drawing/2014/main" id="{DA33D447-8599-40AC-B48B-B0B2335A6E5C}"/>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78978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 Two Box B">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11" name="Text Placeholder 7">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5476368" y="1935480"/>
            <a:ext cx="4658232"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8" name="Text Placeholder 7"/>
          <p:cNvSpPr>
            <a:spLocks noGrp="1"/>
          </p:cNvSpPr>
          <p:nvPr>
            <p:ph type="body" sz="quarter" idx="13" hasCustomPrompt="1"/>
          </p:nvPr>
        </p:nvSpPr>
        <p:spPr>
          <a:xfrm>
            <a:off x="455294" y="1935480"/>
            <a:ext cx="4650105"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57CCA2B-AD90-43BF-A56E-8D3DF2B52220}"/>
              </a:ext>
            </a:extLst>
          </p:cNvPr>
          <p:cNvSpPr>
            <a:spLocks noGrp="1"/>
          </p:cNvSpPr>
          <p:nvPr>
            <p:ph type="dt" sz="half" idx="15"/>
          </p:nvPr>
        </p:nvSpPr>
        <p:spPr/>
        <p:txBody>
          <a:bodyPr/>
          <a:lstStyle/>
          <a:p>
            <a:fld id="{4EA22005-8B61-0A49-8762-EA54221D56C6}" type="datetime1">
              <a:rPr lang="en-AU" smtClean="0"/>
              <a:t>5/7/2024</a:t>
            </a:fld>
            <a:endParaRPr lang="en-GB" dirty="0"/>
          </a:p>
        </p:txBody>
      </p:sp>
      <p:sp>
        <p:nvSpPr>
          <p:cNvPr id="4" name="Slide Number Placeholder 3">
            <a:extLst>
              <a:ext uri="{FF2B5EF4-FFF2-40B4-BE49-F238E27FC236}">
                <a16:creationId xmlns:a16="http://schemas.microsoft.com/office/drawing/2014/main" id="{C70C5E80-8B9B-4DA4-A775-B4FCFC366BC9}"/>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279038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ll-out Tex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Picture Placeholder 15">
            <a:extLst>
              <a:ext uri="{FF2B5EF4-FFF2-40B4-BE49-F238E27FC236}">
                <a16:creationId xmlns:a16="http://schemas.microsoft.com/office/drawing/2014/main" id="{0FCE13B1-D79A-444F-B333-38B89203CDC6}"/>
              </a:ext>
            </a:extLst>
          </p:cNvPr>
          <p:cNvSpPr>
            <a:spLocks noGrp="1"/>
          </p:cNvSpPr>
          <p:nvPr>
            <p:ph type="pic" sz="quarter" idx="13" hasCustomPrompt="1"/>
          </p:nvPr>
        </p:nvSpPr>
        <p:spPr>
          <a:xfrm>
            <a:off x="0" y="1168527"/>
            <a:ext cx="6914081" cy="5040000"/>
          </a:xfrm>
          <a:custGeom>
            <a:avLst/>
            <a:gdLst>
              <a:gd name="connsiteX0" fmla="*/ 0 w 6914081"/>
              <a:gd name="connsiteY0" fmla="*/ 0 h 5040000"/>
              <a:gd name="connsiteX1" fmla="*/ 1718132 w 6914081"/>
              <a:gd name="connsiteY1" fmla="*/ 0 h 5040000"/>
              <a:gd name="connsiteX2" fmla="*/ 1849535 w 6914081"/>
              <a:gd name="connsiteY2" fmla="*/ 0 h 5040000"/>
              <a:gd name="connsiteX3" fmla="*/ 1961211 w 6914081"/>
              <a:gd name="connsiteY3" fmla="*/ 0 h 5040000"/>
              <a:gd name="connsiteX4" fmla="*/ 4393721 w 6914081"/>
              <a:gd name="connsiteY4" fmla="*/ 0 h 5040000"/>
              <a:gd name="connsiteX5" fmla="*/ 6914081 w 6914081"/>
              <a:gd name="connsiteY5" fmla="*/ 2520000 h 5040000"/>
              <a:gd name="connsiteX6" fmla="*/ 4393721 w 6914081"/>
              <a:gd name="connsiteY6" fmla="*/ 5040000 h 5040000"/>
              <a:gd name="connsiteX7" fmla="*/ 1859227 w 6914081"/>
              <a:gd name="connsiteY7" fmla="*/ 5040000 h 5040000"/>
              <a:gd name="connsiteX8" fmla="*/ 1849535 w 6914081"/>
              <a:gd name="connsiteY8" fmla="*/ 5040000 h 5040000"/>
              <a:gd name="connsiteX9" fmla="*/ 1799784 w 6914081"/>
              <a:gd name="connsiteY9" fmla="*/ 5040000 h 5040000"/>
              <a:gd name="connsiteX10" fmla="*/ 1718132 w 6914081"/>
              <a:gd name="connsiteY10" fmla="*/ 5040000 h 5040000"/>
              <a:gd name="connsiteX11" fmla="*/ 0 w 6914081"/>
              <a:gd name="connsiteY11" fmla="*/ 504000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14081" h="5040000">
                <a:moveTo>
                  <a:pt x="0" y="0"/>
                </a:moveTo>
                <a:lnTo>
                  <a:pt x="1718132" y="0"/>
                </a:lnTo>
                <a:lnTo>
                  <a:pt x="1849535" y="0"/>
                </a:lnTo>
                <a:lnTo>
                  <a:pt x="1961211" y="0"/>
                </a:lnTo>
                <a:cubicBezTo>
                  <a:pt x="4393721" y="0"/>
                  <a:pt x="4393721" y="0"/>
                  <a:pt x="4393721" y="0"/>
                </a:cubicBezTo>
                <a:cubicBezTo>
                  <a:pt x="5785141" y="0"/>
                  <a:pt x="6914081" y="1128780"/>
                  <a:pt x="6914081" y="2520000"/>
                </a:cubicBezTo>
                <a:cubicBezTo>
                  <a:pt x="6914081" y="3911221"/>
                  <a:pt x="5785141" y="5040000"/>
                  <a:pt x="4393721" y="5040000"/>
                </a:cubicBezTo>
                <a:cubicBezTo>
                  <a:pt x="2721478" y="5040000"/>
                  <a:pt x="2094386" y="5040000"/>
                  <a:pt x="1859227" y="5040000"/>
                </a:cubicBezTo>
                <a:lnTo>
                  <a:pt x="1849535" y="5040000"/>
                </a:lnTo>
                <a:lnTo>
                  <a:pt x="1799784" y="5040000"/>
                </a:lnTo>
                <a:cubicBezTo>
                  <a:pt x="1718132" y="5040000"/>
                  <a:pt x="1718132" y="5040000"/>
                  <a:pt x="1718132" y="5040000"/>
                </a:cubicBezTo>
                <a:lnTo>
                  <a:pt x="0" y="5040000"/>
                </a:ln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grpSp>
        <p:nvGrpSpPr>
          <p:cNvPr id="7" name="Group 6">
            <a:extLst>
              <a:ext uri="{FF2B5EF4-FFF2-40B4-BE49-F238E27FC236}">
                <a16:creationId xmlns:a16="http://schemas.microsoft.com/office/drawing/2014/main" id="{C6C220E7-CF4D-42E3-BD00-DA74E54897BF}"/>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5993699A-7443-40CA-9240-B436BDA493CB}"/>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5CFBE4F2-3A6B-4A6A-B942-FE41CF7D718A}"/>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20" name="Text Placeholder 19">
            <a:extLst>
              <a:ext uri="{FF2B5EF4-FFF2-40B4-BE49-F238E27FC236}">
                <a16:creationId xmlns:a16="http://schemas.microsoft.com/office/drawing/2014/main" id="{B7538734-08FE-4AEA-8C4B-1B9FD40865F2}"/>
              </a:ext>
            </a:extLst>
          </p:cNvPr>
          <p:cNvSpPr>
            <a:spLocks noGrp="1"/>
          </p:cNvSpPr>
          <p:nvPr>
            <p:ph type="body" sz="quarter" idx="14" hasCustomPrompt="1"/>
          </p:nvPr>
        </p:nvSpPr>
        <p:spPr>
          <a:xfrm>
            <a:off x="7172323" y="1276415"/>
            <a:ext cx="4744800" cy="4744800"/>
          </a:xfrm>
          <a:custGeom>
            <a:avLst/>
            <a:gdLst>
              <a:gd name="connsiteX0" fmla="*/ 2372400 w 4744800"/>
              <a:gd name="connsiteY0" fmla="*/ 0 h 4744800"/>
              <a:gd name="connsiteX1" fmla="*/ 4744800 w 4744800"/>
              <a:gd name="connsiteY1" fmla="*/ 2372400 h 4744800"/>
              <a:gd name="connsiteX2" fmla="*/ 2372400 w 4744800"/>
              <a:gd name="connsiteY2" fmla="*/ 4744800 h 4744800"/>
              <a:gd name="connsiteX3" fmla="*/ 0 w 4744800"/>
              <a:gd name="connsiteY3" fmla="*/ 2372400 h 4744800"/>
              <a:gd name="connsiteX4" fmla="*/ 2372400 w 4744800"/>
              <a:gd name="connsiteY4" fmla="*/ 0 h 47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00" h="4744800">
                <a:moveTo>
                  <a:pt x="2372400" y="0"/>
                </a:moveTo>
                <a:cubicBezTo>
                  <a:pt x="3682640" y="0"/>
                  <a:pt x="4744800" y="1062160"/>
                  <a:pt x="4744800" y="2372400"/>
                </a:cubicBezTo>
                <a:cubicBezTo>
                  <a:pt x="4744800" y="3682640"/>
                  <a:pt x="3682640" y="4744800"/>
                  <a:pt x="2372400" y="4744800"/>
                </a:cubicBezTo>
                <a:cubicBezTo>
                  <a:pt x="1062160" y="4744800"/>
                  <a:pt x="0" y="3682640"/>
                  <a:pt x="0" y="2372400"/>
                </a:cubicBezTo>
                <a:cubicBezTo>
                  <a:pt x="0" y="1062160"/>
                  <a:pt x="1062160" y="0"/>
                  <a:pt x="2372400" y="0"/>
                </a:cubicBezTo>
                <a:close/>
              </a:path>
            </a:pathLst>
          </a:custGeom>
          <a:solidFill>
            <a:schemeClr val="tx2"/>
          </a:solidFill>
        </p:spPr>
        <p:txBody>
          <a:bodyPr wrap="square" lIns="108000" tIns="144000" rIns="108000" bIns="144000" anchor="ctr">
            <a:noAutofit/>
          </a:bodyPr>
          <a:lstStyle>
            <a:lvl1pPr algn="ctr">
              <a:spcBef>
                <a:spcPts val="0"/>
              </a:spcBef>
              <a:spcAft>
                <a:spcPts val="0"/>
              </a:spcAft>
              <a:defRPr sz="3000" b="1">
                <a:solidFill>
                  <a:schemeClr val="bg1"/>
                </a:solidFill>
              </a:defRPr>
            </a:lvl1pPr>
            <a:lvl2pPr algn="ctr">
              <a:defRPr sz="2400">
                <a:solidFill>
                  <a:schemeClr val="bg1"/>
                </a:solidFill>
                <a:latin typeface="Calibri Light" panose="020F0302020204030204" pitchFamily="34" charset="0"/>
                <a:cs typeface="Calibri Light" panose="020F0302020204030204" pitchFamily="34" charset="0"/>
              </a:defRPr>
            </a:lvl2pPr>
            <a:lvl3pPr marL="0" indent="0" algn="ctr">
              <a:buNone/>
              <a:defRPr sz="2400">
                <a:solidFill>
                  <a:schemeClr val="bg1"/>
                </a:solidFill>
                <a:latin typeface="Calibri Light" panose="020F0302020204030204" pitchFamily="34" charset="0"/>
                <a:cs typeface="Calibri Light" panose="020F0302020204030204" pitchFamily="34" charset="0"/>
              </a:defRPr>
            </a:lvl3pPr>
            <a:lvl4pPr marL="0" indent="0" algn="ctr">
              <a:buNone/>
              <a:defRPr sz="2400">
                <a:solidFill>
                  <a:schemeClr val="bg1"/>
                </a:solidFill>
                <a:latin typeface="Calibri Light" panose="020F0302020204030204" pitchFamily="34" charset="0"/>
                <a:cs typeface="Calibri Light" panose="020F0302020204030204" pitchFamily="34" charset="0"/>
              </a:defRPr>
            </a:lvl4pPr>
            <a:lvl5pPr marL="0" algn="ctr">
              <a:defRPr sz="2400">
                <a:solidFill>
                  <a:schemeClr val="bg1"/>
                </a:solidFill>
                <a:latin typeface="Calibri Light" panose="020F0302020204030204" pitchFamily="34" charset="0"/>
                <a:cs typeface="Calibri Light" panose="020F0302020204030204" pitchFamily="34" charset="0"/>
              </a:defRPr>
            </a:lvl5pPr>
            <a:lvl6pPr algn="ctr">
              <a:defRPr sz="2400">
                <a:solidFill>
                  <a:schemeClr val="bg1"/>
                </a:solidFill>
                <a:latin typeface="Calibri Light" panose="020F0302020204030204" pitchFamily="34" charset="0"/>
                <a:cs typeface="Calibri Light" panose="020F0302020204030204" pitchFamily="34" charset="0"/>
              </a:defRPr>
            </a:lvl6pPr>
            <a:lvl7pPr algn="ctr">
              <a:defRPr sz="2400">
                <a:solidFill>
                  <a:schemeClr val="bg1"/>
                </a:solidFill>
                <a:latin typeface="Calibri Light" panose="020F0302020204030204" pitchFamily="34" charset="0"/>
                <a:cs typeface="Calibri Light" panose="020F0302020204030204" pitchFamily="34" charset="0"/>
              </a:defRPr>
            </a:lvl7pPr>
            <a:lvl8pPr algn="ctr">
              <a:defRPr sz="2400">
                <a:solidFill>
                  <a:schemeClr val="bg1"/>
                </a:solidFill>
                <a:latin typeface="Calibri Light" panose="020F0302020204030204" pitchFamily="34" charset="0"/>
                <a:cs typeface="Calibri Light" panose="020F0302020204030204" pitchFamily="34" charset="0"/>
              </a:defRPr>
            </a:lvl8pPr>
            <a:lvl9pPr algn="ctr">
              <a:defRPr sz="2400">
                <a:solidFill>
                  <a:schemeClr val="bg1"/>
                </a:solidFill>
                <a:latin typeface="Calibri Light" panose="020F0302020204030204" pitchFamily="34" charset="0"/>
                <a:cs typeface="Calibri Light" panose="020F0302020204030204" pitchFamily="34" charset="0"/>
              </a:defRPr>
            </a:lvl9pPr>
          </a:lstStyle>
          <a:p>
            <a:pPr lvl="0"/>
            <a:r>
              <a:rPr lang="en-US" dirty="0"/>
              <a:t>Pull-out copy</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A5CBA785-13FF-4051-9A7F-56A0AFAC51B2}"/>
              </a:ext>
            </a:extLst>
          </p:cNvPr>
          <p:cNvSpPr>
            <a:spLocks noGrp="1"/>
          </p:cNvSpPr>
          <p:nvPr>
            <p:ph type="dt" sz="half" idx="15"/>
          </p:nvPr>
        </p:nvSpPr>
        <p:spPr/>
        <p:txBody>
          <a:bodyPr/>
          <a:lstStyle/>
          <a:p>
            <a:fld id="{F7C55BCC-8F99-F54F-A91D-5F933DCD1799}" type="datetime1">
              <a:rPr lang="en-AU" smtClean="0"/>
              <a:t>5/7/2024</a:t>
            </a:fld>
            <a:endParaRPr lang="en-GB" dirty="0"/>
          </a:p>
        </p:txBody>
      </p:sp>
      <p:sp>
        <p:nvSpPr>
          <p:cNvPr id="5" name="Slide Number Placeholder 4">
            <a:extLst>
              <a:ext uri="{FF2B5EF4-FFF2-40B4-BE49-F238E27FC236}">
                <a16:creationId xmlns:a16="http://schemas.microsoft.com/office/drawing/2014/main" id="{0DB2C063-E0AE-4CEF-9860-7C6083E548B1}"/>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239521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A">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84956DFD-7DE9-4BDA-81D6-710A98B0D144}"/>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96B380C3-4B95-4998-A67E-BC6FF1DD8F47}"/>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D3D7AE1B-77BB-4791-B363-9BA8F794539E}"/>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18" name="Text Placeholder 17">
            <a:extLst>
              <a:ext uri="{FF2B5EF4-FFF2-40B4-BE49-F238E27FC236}">
                <a16:creationId xmlns:a16="http://schemas.microsoft.com/office/drawing/2014/main" id="{A16D5FAB-27FB-4A02-AF32-8E7F184C40EC}"/>
              </a:ext>
            </a:extLst>
          </p:cNvPr>
          <p:cNvSpPr>
            <a:spLocks noGrp="1"/>
          </p:cNvSpPr>
          <p:nvPr>
            <p:ph type="body" sz="quarter" idx="14" hasCustomPrompt="1"/>
          </p:nvPr>
        </p:nvSpPr>
        <p:spPr>
          <a:xfrm>
            <a:off x="6989777" y="1260602"/>
            <a:ext cx="5202223" cy="3996000"/>
          </a:xfrm>
          <a:custGeom>
            <a:avLst/>
            <a:gdLst>
              <a:gd name="connsiteX0" fmla="*/ 2001099 w 5202223"/>
              <a:gd name="connsiteY0" fmla="*/ 0 h 3996000"/>
              <a:gd name="connsiteX1" fmla="*/ 5202223 w 5202223"/>
              <a:gd name="connsiteY1" fmla="*/ 0 h 3996000"/>
              <a:gd name="connsiteX2" fmla="*/ 5202223 w 5202223"/>
              <a:gd name="connsiteY2" fmla="*/ 3996000 h 3996000"/>
              <a:gd name="connsiteX3" fmla="*/ 2001099 w 5202223"/>
              <a:gd name="connsiteY3" fmla="*/ 3996000 h 3996000"/>
              <a:gd name="connsiteX4" fmla="*/ 0 w 5202223"/>
              <a:gd name="connsiteY4" fmla="*/ 1996418 h 3996000"/>
              <a:gd name="connsiteX5" fmla="*/ 2001099 w 5202223"/>
              <a:gd name="connsiteY5" fmla="*/ 0 h 39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2223" h="3996000">
                <a:moveTo>
                  <a:pt x="2001099" y="0"/>
                </a:moveTo>
                <a:cubicBezTo>
                  <a:pt x="2001099" y="0"/>
                  <a:pt x="2001099" y="0"/>
                  <a:pt x="5202223" y="0"/>
                </a:cubicBezTo>
                <a:lnTo>
                  <a:pt x="5202223" y="3996000"/>
                </a:lnTo>
                <a:cubicBezTo>
                  <a:pt x="5202223" y="3996000"/>
                  <a:pt x="5202223" y="3996000"/>
                  <a:pt x="2001099" y="3996000"/>
                </a:cubicBezTo>
                <a:cubicBezTo>
                  <a:pt x="896062" y="3996000"/>
                  <a:pt x="0" y="3100618"/>
                  <a:pt x="0" y="1996418"/>
                </a:cubicBezTo>
                <a:cubicBezTo>
                  <a:pt x="0" y="892219"/>
                  <a:pt x="896062" y="0"/>
                  <a:pt x="2001099" y="0"/>
                </a:cubicBezTo>
                <a:close/>
              </a:path>
            </a:pathLst>
          </a:custGeom>
          <a:solidFill>
            <a:schemeClr val="tx2"/>
          </a:solidFill>
        </p:spPr>
        <p:txBody>
          <a:bodyPr wrap="square" lIns="1224000" tIns="108000" rIns="144000" bIns="108000" anchor="ctr">
            <a:noAutofit/>
          </a:bodyPr>
          <a:lstStyle>
            <a:lvl1pPr marL="90000" indent="-90000">
              <a:lnSpc>
                <a:spcPct val="100000"/>
              </a:lnSpc>
              <a:spcBef>
                <a:spcPts val="0"/>
              </a:spcBef>
              <a:spcAft>
                <a:spcPts val="0"/>
              </a:spcAft>
              <a:buFont typeface="Calibri" panose="020F0502020204030204" pitchFamily="34" charset="0"/>
              <a:buChar char="‘"/>
              <a:defRPr sz="2800">
                <a:solidFill>
                  <a:schemeClr val="bg1"/>
                </a:solidFill>
                <a:latin typeface="Calibri Light" panose="020F0302020204030204" pitchFamily="34" charset="0"/>
                <a:cs typeface="Calibri Light" panose="020F0302020204030204" pitchFamily="34" charset="0"/>
              </a:defRPr>
            </a:lvl1pPr>
            <a:lvl2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2pPr>
            <a:lvl3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3pPr>
            <a:lvl4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4pPr>
            <a:lvl5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5pPr>
            <a:lvl6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6pPr>
            <a:lvl7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7pPr>
            <a:lvl8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8pPr>
            <a:lvl9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9pPr>
          </a:lstStyle>
          <a:p>
            <a:pPr lvl="0"/>
            <a:r>
              <a:rPr lang="en-US" dirty="0"/>
              <a:t>Pull-out quote</a:t>
            </a:r>
          </a:p>
          <a:p>
            <a:pPr lvl="0"/>
            <a:r>
              <a:rPr lang="en-US" dirty="0"/>
              <a:t>Edit Master text styles </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EE2791B6-AAB9-4206-815B-B16C489DC13A}"/>
              </a:ext>
            </a:extLst>
          </p:cNvPr>
          <p:cNvSpPr>
            <a:spLocks noGrp="1"/>
          </p:cNvSpPr>
          <p:nvPr>
            <p:ph type="dt" sz="half" idx="15"/>
          </p:nvPr>
        </p:nvSpPr>
        <p:spPr/>
        <p:txBody>
          <a:bodyPr/>
          <a:lstStyle/>
          <a:p>
            <a:fld id="{AE0B8382-C031-E849-83B1-780679C7C040}" type="datetime1">
              <a:rPr lang="en-AU" smtClean="0"/>
              <a:t>5/7/2024</a:t>
            </a:fld>
            <a:endParaRPr lang="en-GB" dirty="0"/>
          </a:p>
        </p:txBody>
      </p:sp>
      <p:sp>
        <p:nvSpPr>
          <p:cNvPr id="5" name="Slide Number Placeholder 4">
            <a:extLst>
              <a:ext uri="{FF2B5EF4-FFF2-40B4-BE49-F238E27FC236}">
                <a16:creationId xmlns:a16="http://schemas.microsoft.com/office/drawing/2014/main" id="{29297AC0-0C74-41DD-A428-2495EB079276}"/>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304056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B">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696DD276-2021-4E72-9004-5E975B6896C8}"/>
              </a:ext>
            </a:extLst>
          </p:cNvPr>
          <p:cNvGrpSpPr/>
          <p:nvPr userDrawn="1"/>
        </p:nvGrpSpPr>
        <p:grpSpPr>
          <a:xfrm>
            <a:off x="10928350" y="5589545"/>
            <a:ext cx="1062566" cy="1065213"/>
            <a:chOff x="10928350" y="5591175"/>
            <a:chExt cx="1062566" cy="1065213"/>
          </a:xfrm>
        </p:grpSpPr>
        <p:sp>
          <p:nvSpPr>
            <p:cNvPr id="8" name="Text Placeholder 5">
              <a:extLst>
                <a:ext uri="{FF2B5EF4-FFF2-40B4-BE49-F238E27FC236}">
                  <a16:creationId xmlns:a16="http://schemas.microsoft.com/office/drawing/2014/main" id="{201E62EF-F85C-4206-BFBC-4D89406A0D24}"/>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5121C8AF-764F-4612-9902-7FC960F613BF}"/>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4" name="Footer Placeholder 3"/>
          <p:cNvSpPr>
            <a:spLocks noGrp="1"/>
          </p:cNvSpPr>
          <p:nvPr>
            <p:ph type="ftr" sz="quarter" idx="11"/>
          </p:nvPr>
        </p:nvSpPr>
        <p:spPr/>
        <p:txBody>
          <a:bodyPr/>
          <a:lstStyle/>
          <a:p>
            <a:endParaRPr lang="en-GB"/>
          </a:p>
        </p:txBody>
      </p:sp>
      <p:sp>
        <p:nvSpPr>
          <p:cNvPr id="12" name="Text Placeholder 11">
            <a:extLst>
              <a:ext uri="{FF2B5EF4-FFF2-40B4-BE49-F238E27FC236}">
                <a16:creationId xmlns:a16="http://schemas.microsoft.com/office/drawing/2014/main" id="{5E8209D8-622A-4868-9E3A-BA1344D6CF06}"/>
              </a:ext>
            </a:extLst>
          </p:cNvPr>
          <p:cNvSpPr>
            <a:spLocks noGrp="1"/>
          </p:cNvSpPr>
          <p:nvPr>
            <p:ph type="body" sz="quarter" idx="14" hasCustomPrompt="1"/>
          </p:nvPr>
        </p:nvSpPr>
        <p:spPr>
          <a:xfrm>
            <a:off x="5318502" y="0"/>
            <a:ext cx="6873496"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6438448 w 6873496"/>
              <a:gd name="connsiteY4" fmla="*/ 3453094 h 6858000"/>
              <a:gd name="connsiteX5" fmla="*/ 6438448 w 6873496"/>
              <a:gd name="connsiteY5" fmla="*/ 3491915 h 6858000"/>
              <a:gd name="connsiteX6" fmla="*/ 6415957 w 6873496"/>
              <a:gd name="connsiteY6" fmla="*/ 3491915 h 6858000"/>
              <a:gd name="connsiteX7" fmla="*/ 4465777 w 6873496"/>
              <a:gd name="connsiteY7" fmla="*/ 6858000 h 6858000"/>
              <a:gd name="connsiteX8" fmla="*/ 3977804 w 6873496"/>
              <a:gd name="connsiteY8" fmla="*/ 6858000 h 6858000"/>
              <a:gd name="connsiteX9" fmla="*/ 1947696 w 6873496"/>
              <a:gd name="connsiteY9"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73496" h="6858000">
                <a:moveTo>
                  <a:pt x="0" y="0"/>
                </a:moveTo>
                <a:lnTo>
                  <a:pt x="6873496" y="0"/>
                </a:lnTo>
                <a:lnTo>
                  <a:pt x="6873496" y="2702626"/>
                </a:lnTo>
                <a:lnTo>
                  <a:pt x="6492648" y="3359543"/>
                </a:lnTo>
                <a:lnTo>
                  <a:pt x="6438448" y="3453094"/>
                </a:lnTo>
                <a:lnTo>
                  <a:pt x="6438448" y="3491915"/>
                </a:lnTo>
                <a:lnTo>
                  <a:pt x="6415957" y="3491915"/>
                </a:lnTo>
                <a:lnTo>
                  <a:pt x="4465777" y="6858000"/>
                </a:lnTo>
                <a:lnTo>
                  <a:pt x="3977804" y="6858000"/>
                </a:lnTo>
                <a:lnTo>
                  <a:pt x="1947696" y="3359543"/>
                </a:lnTo>
                <a:close/>
              </a:path>
            </a:pathLst>
          </a:custGeom>
          <a:solidFill>
            <a:schemeClr val="tx2"/>
          </a:solidFill>
        </p:spPr>
        <p:txBody>
          <a:bodyPr wrap="square" lIns="2412000" tIns="108000" rIns="1080000" bIns="828000" anchor="ctr">
            <a:noAutofit/>
          </a:bodyPr>
          <a:lstStyle>
            <a:lvl1pPr marL="90000" indent="-90000">
              <a:lnSpc>
                <a:spcPct val="100000"/>
              </a:lnSpc>
              <a:spcBef>
                <a:spcPts val="0"/>
              </a:spcBef>
              <a:spcAft>
                <a:spcPts val="0"/>
              </a:spcAft>
              <a:buFont typeface="Calibri" panose="020F0502020204030204" pitchFamily="34" charset="0"/>
              <a:buChar char="‘"/>
              <a:defRPr sz="2400">
                <a:solidFill>
                  <a:schemeClr val="bg1"/>
                </a:solidFill>
              </a:defRPr>
            </a:lvl1pPr>
            <a:lvl2pPr marL="90000">
              <a:spcBef>
                <a:spcPts val="0"/>
              </a:spcBef>
              <a:defRPr sz="2400">
                <a:solidFill>
                  <a:schemeClr val="bg1"/>
                </a:solidFill>
              </a:defRPr>
            </a:lvl2pPr>
            <a:lvl3pPr marL="90000" indent="0">
              <a:spcBef>
                <a:spcPts val="0"/>
              </a:spcBef>
              <a:buNone/>
              <a:defRPr sz="2400">
                <a:solidFill>
                  <a:schemeClr val="bg1"/>
                </a:solidFill>
              </a:defRPr>
            </a:lvl3pPr>
            <a:lvl4pPr marL="90000" indent="0">
              <a:spcBef>
                <a:spcPts val="0"/>
              </a:spcBef>
              <a:buNone/>
              <a:defRPr sz="2400">
                <a:solidFill>
                  <a:schemeClr val="bg1"/>
                </a:solidFill>
              </a:defRPr>
            </a:lvl4pPr>
            <a:lvl5pPr marL="90000">
              <a:spcBef>
                <a:spcPts val="0"/>
              </a:spcBef>
              <a:defRPr sz="2400">
                <a:solidFill>
                  <a:schemeClr val="bg1"/>
                </a:solidFill>
              </a:defRPr>
            </a:lvl5pPr>
            <a:lvl6pPr marL="90000">
              <a:spcBef>
                <a:spcPts val="0"/>
              </a:spcBef>
              <a:defRPr sz="2400">
                <a:solidFill>
                  <a:schemeClr val="bg1"/>
                </a:solidFill>
              </a:defRPr>
            </a:lvl6pPr>
            <a:lvl7pPr marL="90000">
              <a:spcBef>
                <a:spcPts val="0"/>
              </a:spcBef>
              <a:defRPr sz="2400">
                <a:solidFill>
                  <a:schemeClr val="bg1"/>
                </a:solidFill>
              </a:defRPr>
            </a:lvl7pPr>
            <a:lvl8pPr marL="90000">
              <a:spcBef>
                <a:spcPts val="0"/>
              </a:spcBef>
              <a:defRPr sz="2400">
                <a:solidFill>
                  <a:schemeClr val="bg1"/>
                </a:solidFill>
              </a:defRPr>
            </a:lvl8pPr>
            <a:lvl9pPr marL="90000">
              <a:spcBef>
                <a:spcPts val="0"/>
              </a:spcBef>
              <a:defRPr sz="2400">
                <a:solidFill>
                  <a:schemeClr val="bg1"/>
                </a:solidFill>
              </a:defRPr>
            </a:lvl9pPr>
          </a:lstStyle>
          <a:p>
            <a:pPr lvl="0"/>
            <a:r>
              <a:rPr lang="en-US" dirty="0"/>
              <a:t>Pull-out quote</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3" name="Date Placeholder 2">
            <a:extLst>
              <a:ext uri="{FF2B5EF4-FFF2-40B4-BE49-F238E27FC236}">
                <a16:creationId xmlns:a16="http://schemas.microsoft.com/office/drawing/2014/main" id="{9C68BFD4-E3AB-456B-BC37-067FAF7227D2}"/>
              </a:ext>
            </a:extLst>
          </p:cNvPr>
          <p:cNvSpPr>
            <a:spLocks noGrp="1"/>
          </p:cNvSpPr>
          <p:nvPr>
            <p:ph type="dt" sz="half" idx="15"/>
          </p:nvPr>
        </p:nvSpPr>
        <p:spPr/>
        <p:txBody>
          <a:bodyPr/>
          <a:lstStyle/>
          <a:p>
            <a:fld id="{F5D4846A-41E5-094A-B88A-353A51B4B391}" type="datetime1">
              <a:rPr lang="en-AU" smtClean="0"/>
              <a:t>5/7/2024</a:t>
            </a:fld>
            <a:endParaRPr lang="en-GB" dirty="0"/>
          </a:p>
        </p:txBody>
      </p:sp>
      <p:sp>
        <p:nvSpPr>
          <p:cNvPr id="5" name="Slide Number Placeholder 4">
            <a:extLst>
              <a:ext uri="{FF2B5EF4-FFF2-40B4-BE49-F238E27FC236}">
                <a16:creationId xmlns:a16="http://schemas.microsoft.com/office/drawing/2014/main" id="{E101C363-13B9-41B2-83B5-6EF7DAF493A1}"/>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813459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6AF1E7F6-17F6-4655-A9C0-671169E14B10}"/>
              </a:ext>
            </a:extLst>
          </p:cNvPr>
          <p:cNvGrpSpPr/>
          <p:nvPr userDrawn="1"/>
        </p:nvGrpSpPr>
        <p:grpSpPr>
          <a:xfrm>
            <a:off x="10928350" y="164909"/>
            <a:ext cx="1062566" cy="1065213"/>
            <a:chOff x="10928350" y="5591175"/>
            <a:chExt cx="1062566" cy="1065213"/>
          </a:xfrm>
        </p:grpSpPr>
        <p:sp>
          <p:nvSpPr>
            <p:cNvPr id="10" name="Text Placeholder 5">
              <a:extLst>
                <a:ext uri="{FF2B5EF4-FFF2-40B4-BE49-F238E27FC236}">
                  <a16:creationId xmlns:a16="http://schemas.microsoft.com/office/drawing/2014/main" id="{B9CCFF6E-A0F0-4D1D-B760-5962844BDC49}"/>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1" name="Freeform 6">
              <a:extLst>
                <a:ext uri="{FF2B5EF4-FFF2-40B4-BE49-F238E27FC236}">
                  <a16:creationId xmlns:a16="http://schemas.microsoft.com/office/drawing/2014/main" id="{1564359A-69E3-4098-A99D-597B252EE8F1}"/>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4" name="Table Placeholder 3">
            <a:extLst>
              <a:ext uri="{FF2B5EF4-FFF2-40B4-BE49-F238E27FC236}">
                <a16:creationId xmlns:a16="http://schemas.microsoft.com/office/drawing/2014/main" id="{D9448B89-E1A9-48D1-ACE5-F2C703E0A813}"/>
              </a:ext>
            </a:extLst>
          </p:cNvPr>
          <p:cNvSpPr>
            <a:spLocks noGrp="1"/>
          </p:cNvSpPr>
          <p:nvPr>
            <p:ph type="tbl" sz="quarter" idx="13"/>
          </p:nvPr>
        </p:nvSpPr>
        <p:spPr>
          <a:xfrm>
            <a:off x="600075" y="1878013"/>
            <a:ext cx="10083800" cy="3568700"/>
          </a:xfrm>
        </p:spPr>
        <p:txBody>
          <a:bodyPr/>
          <a:lstStyle>
            <a:lvl1pPr>
              <a:defRPr sz="1400">
                <a:solidFill>
                  <a:schemeClr val="tx1"/>
                </a:solidFill>
              </a:defRPr>
            </a:lvl1pPr>
          </a:lstStyle>
          <a:p>
            <a:r>
              <a:rPr lang="en-US"/>
              <a:t>Click icon to add table</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Table</a:t>
            </a:r>
            <a:endParaRPr lang="en-GB" dirty="0"/>
          </a:p>
        </p:txBody>
      </p:sp>
      <p:sp>
        <p:nvSpPr>
          <p:cNvPr id="3" name="Date Placeholder 2">
            <a:extLst>
              <a:ext uri="{FF2B5EF4-FFF2-40B4-BE49-F238E27FC236}">
                <a16:creationId xmlns:a16="http://schemas.microsoft.com/office/drawing/2014/main" id="{39F548AA-FF08-4A8B-BA20-2C590F2D7967}"/>
              </a:ext>
            </a:extLst>
          </p:cNvPr>
          <p:cNvSpPr>
            <a:spLocks noGrp="1"/>
          </p:cNvSpPr>
          <p:nvPr>
            <p:ph type="dt" sz="half" idx="14"/>
          </p:nvPr>
        </p:nvSpPr>
        <p:spPr/>
        <p:txBody>
          <a:bodyPr/>
          <a:lstStyle/>
          <a:p>
            <a:fld id="{E6F17AA7-18AD-564D-A018-B00CF34DA715}" type="datetime1">
              <a:rPr lang="en-AU" smtClean="0"/>
              <a:t>5/7/2024</a:t>
            </a:fld>
            <a:endParaRPr lang="en-GB" dirty="0"/>
          </a:p>
        </p:txBody>
      </p:sp>
      <p:sp>
        <p:nvSpPr>
          <p:cNvPr id="6" name="Slide Number Placeholder 5">
            <a:extLst>
              <a:ext uri="{FF2B5EF4-FFF2-40B4-BE49-F238E27FC236}">
                <a16:creationId xmlns:a16="http://schemas.microsoft.com/office/drawing/2014/main" id="{A5F30461-DD05-4C3B-ABB1-1C060330BF1E}"/>
              </a:ext>
            </a:extLst>
          </p:cNvPr>
          <p:cNvSpPr>
            <a:spLocks noGrp="1"/>
          </p:cNvSpPr>
          <p:nvPr>
            <p:ph type="sldNum" sz="quarter" idx="15"/>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90215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A7BDFDDC-C227-40E7-A408-9773DA04F8DA}"/>
              </a:ext>
            </a:extLst>
          </p:cNvPr>
          <p:cNvGrpSpPr/>
          <p:nvPr userDrawn="1"/>
        </p:nvGrpSpPr>
        <p:grpSpPr>
          <a:xfrm>
            <a:off x="10928350" y="164909"/>
            <a:ext cx="1062566" cy="1065213"/>
            <a:chOff x="10928350" y="5591175"/>
            <a:chExt cx="1062566" cy="1065213"/>
          </a:xfrm>
        </p:grpSpPr>
        <p:sp>
          <p:nvSpPr>
            <p:cNvPr id="9" name="Text Placeholder 5">
              <a:extLst>
                <a:ext uri="{FF2B5EF4-FFF2-40B4-BE49-F238E27FC236}">
                  <a16:creationId xmlns:a16="http://schemas.microsoft.com/office/drawing/2014/main" id="{3D8A7078-64E9-4715-9296-DD6D9B5E9851}"/>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0" name="Freeform 6">
              <a:extLst>
                <a:ext uri="{FF2B5EF4-FFF2-40B4-BE49-F238E27FC236}">
                  <a16:creationId xmlns:a16="http://schemas.microsoft.com/office/drawing/2014/main" id="{A28E8C8E-8530-4F10-A533-C9DE31B71DE9}"/>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8" name="Chart Placeholder 5">
            <a:extLst>
              <a:ext uri="{FF2B5EF4-FFF2-40B4-BE49-F238E27FC236}">
                <a16:creationId xmlns:a16="http://schemas.microsoft.com/office/drawing/2014/main" id="{C30153EA-3427-4574-AE3C-5EC559671C53}"/>
              </a:ext>
            </a:extLst>
          </p:cNvPr>
          <p:cNvSpPr>
            <a:spLocks noGrp="1"/>
          </p:cNvSpPr>
          <p:nvPr>
            <p:ph type="chart" sz="quarter" idx="14"/>
          </p:nvPr>
        </p:nvSpPr>
        <p:spPr>
          <a:xfrm>
            <a:off x="600074" y="1230122"/>
            <a:ext cx="10083801" cy="4197542"/>
          </a:xfrm>
        </p:spPr>
        <p:txBody>
          <a:bodyPr/>
          <a:lstStyle>
            <a:lvl1pPr>
              <a:defRPr sz="1400">
                <a:solidFill>
                  <a:schemeClr val="tx1"/>
                </a:solidFill>
              </a:defRPr>
            </a:lvl1pPr>
          </a:lstStyle>
          <a:p>
            <a:r>
              <a:rPr lang="en-US"/>
              <a:t>Click icon to add chart</a:t>
            </a:r>
            <a:endParaRPr lang="en-GB"/>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One Chart</a:t>
            </a:r>
            <a:endParaRPr lang="en-GB" dirty="0"/>
          </a:p>
        </p:txBody>
      </p:sp>
      <p:sp>
        <p:nvSpPr>
          <p:cNvPr id="3" name="Date Placeholder 2">
            <a:extLst>
              <a:ext uri="{FF2B5EF4-FFF2-40B4-BE49-F238E27FC236}">
                <a16:creationId xmlns:a16="http://schemas.microsoft.com/office/drawing/2014/main" id="{B722F9BB-A343-4B52-AB48-A855F06A2B23}"/>
              </a:ext>
            </a:extLst>
          </p:cNvPr>
          <p:cNvSpPr>
            <a:spLocks noGrp="1"/>
          </p:cNvSpPr>
          <p:nvPr>
            <p:ph type="dt" sz="half" idx="15"/>
          </p:nvPr>
        </p:nvSpPr>
        <p:spPr/>
        <p:txBody>
          <a:bodyPr/>
          <a:lstStyle/>
          <a:p>
            <a:fld id="{430FE290-7DD4-5145-BE2C-A8859F9B2F29}" type="datetime1">
              <a:rPr lang="en-AU" smtClean="0"/>
              <a:t>5/7/2024</a:t>
            </a:fld>
            <a:endParaRPr lang="en-GB" dirty="0"/>
          </a:p>
        </p:txBody>
      </p:sp>
      <p:sp>
        <p:nvSpPr>
          <p:cNvPr id="4" name="Slide Number Placeholder 3">
            <a:extLst>
              <a:ext uri="{FF2B5EF4-FFF2-40B4-BE49-F238E27FC236}">
                <a16:creationId xmlns:a16="http://schemas.microsoft.com/office/drawing/2014/main" id="{85A71329-FD51-4B81-A13F-87AC8FC65A84}"/>
              </a:ext>
            </a:extLst>
          </p:cNvPr>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497232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har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29029665-4F2C-4B20-B415-F421D3AE1E83}"/>
              </a:ext>
            </a:extLst>
          </p:cNvPr>
          <p:cNvGrpSpPr/>
          <p:nvPr userDrawn="1"/>
        </p:nvGrpSpPr>
        <p:grpSpPr>
          <a:xfrm>
            <a:off x="10928350" y="164909"/>
            <a:ext cx="1062566" cy="1065213"/>
            <a:chOff x="10928350" y="5591175"/>
            <a:chExt cx="1062566" cy="1065213"/>
          </a:xfrm>
        </p:grpSpPr>
        <p:sp>
          <p:nvSpPr>
            <p:cNvPr id="10" name="Text Placeholder 5">
              <a:extLst>
                <a:ext uri="{FF2B5EF4-FFF2-40B4-BE49-F238E27FC236}">
                  <a16:creationId xmlns:a16="http://schemas.microsoft.com/office/drawing/2014/main" id="{BC6C6DEB-240C-43FF-853C-CE320779E9AA}"/>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1" name="Freeform 6">
              <a:extLst>
                <a:ext uri="{FF2B5EF4-FFF2-40B4-BE49-F238E27FC236}">
                  <a16:creationId xmlns:a16="http://schemas.microsoft.com/office/drawing/2014/main" id="{51DE006D-4F59-4C22-AA46-1E29E0305C97}"/>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8" name="Chart Placeholder 5">
            <a:extLst>
              <a:ext uri="{FF2B5EF4-FFF2-40B4-BE49-F238E27FC236}">
                <a16:creationId xmlns:a16="http://schemas.microsoft.com/office/drawing/2014/main" id="{E458C3C2-CF33-4CB9-8804-AE329310D4BD}"/>
              </a:ext>
            </a:extLst>
          </p:cNvPr>
          <p:cNvSpPr>
            <a:spLocks noGrp="1"/>
          </p:cNvSpPr>
          <p:nvPr>
            <p:ph type="chart" sz="quarter" idx="15"/>
          </p:nvPr>
        </p:nvSpPr>
        <p:spPr>
          <a:xfrm>
            <a:off x="6053496" y="1230122"/>
            <a:ext cx="4650351" cy="4197542"/>
          </a:xfrm>
        </p:spPr>
        <p:txBody>
          <a:bodyPr/>
          <a:lstStyle>
            <a:lvl1pPr>
              <a:defRPr sz="1400">
                <a:solidFill>
                  <a:schemeClr val="tx1"/>
                </a:solidFill>
              </a:defRPr>
            </a:lvl1pPr>
          </a:lstStyle>
          <a:p>
            <a:r>
              <a:rPr lang="en-US"/>
              <a:t>Click icon to add chart</a:t>
            </a:r>
            <a:endParaRPr lang="en-GB" dirty="0"/>
          </a:p>
        </p:txBody>
      </p:sp>
      <p:sp>
        <p:nvSpPr>
          <p:cNvPr id="6" name="Chart Placeholder 5">
            <a:extLst>
              <a:ext uri="{FF2B5EF4-FFF2-40B4-BE49-F238E27FC236}">
                <a16:creationId xmlns:a16="http://schemas.microsoft.com/office/drawing/2014/main" id="{23A387DA-AE79-4488-A710-E2CB8440BAE5}"/>
              </a:ext>
            </a:extLst>
          </p:cNvPr>
          <p:cNvSpPr>
            <a:spLocks noGrp="1"/>
          </p:cNvSpPr>
          <p:nvPr>
            <p:ph type="chart" sz="quarter" idx="14"/>
          </p:nvPr>
        </p:nvSpPr>
        <p:spPr>
          <a:xfrm>
            <a:off x="600074" y="1230122"/>
            <a:ext cx="4650351" cy="4197542"/>
          </a:xfrm>
        </p:spPr>
        <p:txBody>
          <a:bodyPr/>
          <a:lstStyle>
            <a:lvl1pPr>
              <a:defRPr sz="1400">
                <a:solidFill>
                  <a:schemeClr val="tx1"/>
                </a:solidFill>
              </a:defRPr>
            </a:lvl1pPr>
          </a:lstStyle>
          <a:p>
            <a:r>
              <a:rPr lang="en-US"/>
              <a:t>Click icon to add chart</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Two Charts</a:t>
            </a:r>
            <a:endParaRPr lang="en-GB" dirty="0"/>
          </a:p>
        </p:txBody>
      </p:sp>
      <p:sp>
        <p:nvSpPr>
          <p:cNvPr id="3" name="Date Placeholder 2">
            <a:extLst>
              <a:ext uri="{FF2B5EF4-FFF2-40B4-BE49-F238E27FC236}">
                <a16:creationId xmlns:a16="http://schemas.microsoft.com/office/drawing/2014/main" id="{E9D06D06-5968-41B2-A5F9-C1A5B0751FDE}"/>
              </a:ext>
            </a:extLst>
          </p:cNvPr>
          <p:cNvSpPr>
            <a:spLocks noGrp="1"/>
          </p:cNvSpPr>
          <p:nvPr>
            <p:ph type="dt" sz="half" idx="16"/>
          </p:nvPr>
        </p:nvSpPr>
        <p:spPr/>
        <p:txBody>
          <a:bodyPr/>
          <a:lstStyle/>
          <a:p>
            <a:fld id="{3B56AAF8-8063-794A-BEA1-58DE0390689E}" type="datetime1">
              <a:rPr lang="en-AU" smtClean="0"/>
              <a:t>5/7/2024</a:t>
            </a:fld>
            <a:endParaRPr lang="en-GB" dirty="0"/>
          </a:p>
        </p:txBody>
      </p:sp>
      <p:sp>
        <p:nvSpPr>
          <p:cNvPr id="4" name="Slide Number Placeholder 3">
            <a:extLst>
              <a:ext uri="{FF2B5EF4-FFF2-40B4-BE49-F238E27FC236}">
                <a16:creationId xmlns:a16="http://schemas.microsoft.com/office/drawing/2014/main" id="{487AD3CA-CCDF-475F-BBDE-2DC0E6171C80}"/>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875645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D60C4316-19A7-4B68-A13B-6FE901D519F2}"/>
              </a:ext>
            </a:extLst>
          </p:cNvPr>
          <p:cNvGrpSpPr/>
          <p:nvPr userDrawn="1"/>
        </p:nvGrpSpPr>
        <p:grpSpPr>
          <a:xfrm>
            <a:off x="10928350" y="164909"/>
            <a:ext cx="1062566" cy="1065213"/>
            <a:chOff x="10928350" y="5591175"/>
            <a:chExt cx="1062566" cy="1065213"/>
          </a:xfrm>
        </p:grpSpPr>
        <p:sp>
          <p:nvSpPr>
            <p:cNvPr id="8" name="Text Placeholder 5">
              <a:extLst>
                <a:ext uri="{FF2B5EF4-FFF2-40B4-BE49-F238E27FC236}">
                  <a16:creationId xmlns:a16="http://schemas.microsoft.com/office/drawing/2014/main" id="{DD65950F-A117-4F3B-959F-13966699AE29}"/>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Freeform 6">
              <a:extLst>
                <a:ext uri="{FF2B5EF4-FFF2-40B4-BE49-F238E27FC236}">
                  <a16:creationId xmlns:a16="http://schemas.microsoft.com/office/drawing/2014/main" id="{B455B32D-BAB4-4F7A-8899-B194E47ED85E}"/>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4" name="SmartArt Placeholder 3">
            <a:extLst>
              <a:ext uri="{FF2B5EF4-FFF2-40B4-BE49-F238E27FC236}">
                <a16:creationId xmlns:a16="http://schemas.microsoft.com/office/drawing/2014/main" id="{33CEEB8A-45DE-442C-B018-839DF31F2C9D}"/>
              </a:ext>
            </a:extLst>
          </p:cNvPr>
          <p:cNvSpPr>
            <a:spLocks noGrp="1"/>
          </p:cNvSpPr>
          <p:nvPr>
            <p:ph type="dgm" sz="quarter" idx="15"/>
          </p:nvPr>
        </p:nvSpPr>
        <p:spPr>
          <a:xfrm>
            <a:off x="600075" y="1230313"/>
            <a:ext cx="10083800" cy="4197351"/>
          </a:xfrm>
        </p:spPr>
        <p:txBody>
          <a:bodyPr lIns="144000" tIns="108000"/>
          <a:lstStyle>
            <a:lvl1pPr>
              <a:defRPr sz="1400">
                <a:solidFill>
                  <a:schemeClr val="tx1"/>
                </a:solidFill>
              </a:defRPr>
            </a:lvl1pPr>
          </a:lstStyle>
          <a:p>
            <a:r>
              <a:rPr lang="en-US"/>
              <a:t>Click icon to add SmartArt graphic</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SmartArt</a:t>
            </a:r>
            <a:endParaRPr lang="en-GB" dirty="0"/>
          </a:p>
        </p:txBody>
      </p:sp>
      <p:sp>
        <p:nvSpPr>
          <p:cNvPr id="3" name="Date Placeholder 2">
            <a:extLst>
              <a:ext uri="{FF2B5EF4-FFF2-40B4-BE49-F238E27FC236}">
                <a16:creationId xmlns:a16="http://schemas.microsoft.com/office/drawing/2014/main" id="{883B4C46-05A0-488E-A1E8-7EBE1872DEAD}"/>
              </a:ext>
            </a:extLst>
          </p:cNvPr>
          <p:cNvSpPr>
            <a:spLocks noGrp="1"/>
          </p:cNvSpPr>
          <p:nvPr>
            <p:ph type="dt" sz="half" idx="16"/>
          </p:nvPr>
        </p:nvSpPr>
        <p:spPr/>
        <p:txBody>
          <a:bodyPr/>
          <a:lstStyle/>
          <a:p>
            <a:fld id="{57555530-4D89-2742-BA1E-E951923C23DF}" type="datetime1">
              <a:rPr lang="en-AU" smtClean="0"/>
              <a:t>5/7/2024</a:t>
            </a:fld>
            <a:endParaRPr lang="en-GB" dirty="0"/>
          </a:p>
        </p:txBody>
      </p:sp>
      <p:sp>
        <p:nvSpPr>
          <p:cNvPr id="10" name="Slide Number Placeholder 9">
            <a:extLst>
              <a:ext uri="{FF2B5EF4-FFF2-40B4-BE49-F238E27FC236}">
                <a16:creationId xmlns:a16="http://schemas.microsoft.com/office/drawing/2014/main" id="{86F84727-11DF-4D79-B267-78CF33C880F8}"/>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3717683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Graphic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C32F99FA-C571-4C63-B406-DCD5E2CDB355}"/>
              </a:ext>
            </a:extLst>
          </p:cNvPr>
          <p:cNvGrpSpPr/>
          <p:nvPr userDrawn="1"/>
        </p:nvGrpSpPr>
        <p:grpSpPr>
          <a:xfrm>
            <a:off x="10928350" y="164909"/>
            <a:ext cx="1062566" cy="1065213"/>
            <a:chOff x="10928350" y="5591175"/>
            <a:chExt cx="1062566" cy="1065213"/>
          </a:xfrm>
        </p:grpSpPr>
        <p:sp>
          <p:nvSpPr>
            <p:cNvPr id="14" name="Text Placeholder 5">
              <a:extLst>
                <a:ext uri="{FF2B5EF4-FFF2-40B4-BE49-F238E27FC236}">
                  <a16:creationId xmlns:a16="http://schemas.microsoft.com/office/drawing/2014/main" id="{71967865-6ED7-41F3-BE33-EA861FD85BA1}"/>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Freeform 6">
              <a:extLst>
                <a:ext uri="{FF2B5EF4-FFF2-40B4-BE49-F238E27FC236}">
                  <a16:creationId xmlns:a16="http://schemas.microsoft.com/office/drawing/2014/main" id="{7276B36F-584D-437B-AD70-3443B1D6DAEB}"/>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13" name="Text Placeholder 3">
            <a:extLst>
              <a:ext uri="{FF2B5EF4-FFF2-40B4-BE49-F238E27FC236}">
                <a16:creationId xmlns:a16="http://schemas.microsoft.com/office/drawing/2014/main" id="{4D7DFDB3-DCB5-4B48-9EEA-A4734FB47415}"/>
              </a:ext>
            </a:extLst>
          </p:cNvPr>
          <p:cNvSpPr>
            <a:spLocks noGrp="1"/>
          </p:cNvSpPr>
          <p:nvPr>
            <p:ph type="body" sz="quarter" idx="16" hasCustomPrompt="1"/>
          </p:nvPr>
        </p:nvSpPr>
        <p:spPr>
          <a:xfrm>
            <a:off x="591527" y="5034586"/>
            <a:ext cx="3960000" cy="792000"/>
          </a:xfrm>
          <a:no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tx1"/>
                </a:solidFill>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3">
            <a:extLst>
              <a:ext uri="{FF2B5EF4-FFF2-40B4-BE49-F238E27FC236}">
                <a16:creationId xmlns:a16="http://schemas.microsoft.com/office/drawing/2014/main" id="{26813962-FD3C-4FB9-B491-C767A671C6A8}"/>
              </a:ext>
            </a:extLst>
          </p:cNvPr>
          <p:cNvSpPr>
            <a:spLocks noGrp="1"/>
          </p:cNvSpPr>
          <p:nvPr>
            <p:ph type="body" sz="quarter" idx="15" hasCustomPrompt="1"/>
          </p:nvPr>
        </p:nvSpPr>
        <p:spPr>
          <a:xfrm>
            <a:off x="591527" y="4127675"/>
            <a:ext cx="3960000" cy="792000"/>
          </a:xfrm>
          <a:solidFill>
            <a:schemeClr val="bg1"/>
          </a:solidFill>
          <a:ln w="25400">
            <a:noFill/>
          </a:ln>
        </p:spPr>
        <p:txBody>
          <a:bodyPr lIns="144000" tIns="144000" rIns="144000" bIns="14400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3">
            <a:extLst>
              <a:ext uri="{FF2B5EF4-FFF2-40B4-BE49-F238E27FC236}">
                <a16:creationId xmlns:a16="http://schemas.microsoft.com/office/drawing/2014/main" id="{E2A84125-9005-4533-BECC-81A7366A665C}"/>
              </a:ext>
            </a:extLst>
          </p:cNvPr>
          <p:cNvSpPr>
            <a:spLocks noGrp="1"/>
          </p:cNvSpPr>
          <p:nvPr>
            <p:ph type="body" sz="quarter" idx="14" hasCustomPrompt="1"/>
          </p:nvPr>
        </p:nvSpPr>
        <p:spPr>
          <a:xfrm>
            <a:off x="591527" y="3220764"/>
            <a:ext cx="3960000" cy="792000"/>
          </a:xfrm>
          <a:solidFill>
            <a:schemeClr val="bg1"/>
          </a:solidFill>
          <a:ln w="25400">
            <a:solidFill>
              <a:schemeClr val="accent1"/>
            </a:solidFill>
          </a:ln>
        </p:spPr>
        <p:txBody>
          <a:bodyPr lIns="144000" tIns="144000" rIns="144000" bIns="144000" anchor="ctr" anchorCtr="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3">
            <a:extLst>
              <a:ext uri="{FF2B5EF4-FFF2-40B4-BE49-F238E27FC236}">
                <a16:creationId xmlns:a16="http://schemas.microsoft.com/office/drawing/2014/main" id="{60303E1E-61F6-443C-A0F7-1058BB4E43B1}"/>
              </a:ext>
            </a:extLst>
          </p:cNvPr>
          <p:cNvSpPr>
            <a:spLocks noGrp="1"/>
          </p:cNvSpPr>
          <p:nvPr>
            <p:ph type="body" sz="quarter" idx="13" hasCustomPrompt="1"/>
          </p:nvPr>
        </p:nvSpPr>
        <p:spPr>
          <a:xfrm>
            <a:off x="591527" y="2313853"/>
            <a:ext cx="3960000" cy="792000"/>
          </a:xfrm>
          <a:solidFill>
            <a:schemeClr val="tx2"/>
          </a:solid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bg1"/>
                </a:solidFill>
              </a:defRPr>
            </a:lvl1pPr>
            <a:lvl2pPr>
              <a:spcBef>
                <a:spcPts val="0"/>
              </a:spcBef>
              <a:defRPr>
                <a:solidFill>
                  <a:schemeClr val="bg1"/>
                </a:solidFill>
              </a:defRPr>
            </a:lvl2pPr>
            <a:lvl3pPr>
              <a:spcBef>
                <a:spcPts val="0"/>
              </a:spcBef>
              <a:defRPr>
                <a:solidFill>
                  <a:schemeClr val="bg1"/>
                </a:solidFill>
              </a:defRPr>
            </a:lvl3pPr>
            <a:lvl4pPr>
              <a:spcBef>
                <a:spcPts val="0"/>
              </a:spcBef>
              <a:defRPr>
                <a:solidFill>
                  <a:schemeClr val="bg1"/>
                </a:solidFill>
              </a:defRPr>
            </a:lvl4pPr>
            <a:lvl5pPr>
              <a:spcBef>
                <a:spcPts val="0"/>
              </a:spcBef>
              <a:defRPr>
                <a:solidFill>
                  <a:schemeClr val="bg1"/>
                </a:solidFill>
              </a:defRPr>
            </a:lvl5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DD279792-438F-4540-B064-59FF4CB006E5}"/>
              </a:ext>
            </a:extLst>
          </p:cNvPr>
          <p:cNvSpPr>
            <a:spLocks noGrp="1"/>
          </p:cNvSpPr>
          <p:nvPr>
            <p:ph type="body" sz="quarter" idx="12" hasCustomPrompt="1"/>
          </p:nvPr>
        </p:nvSpPr>
        <p:spPr>
          <a:xfrm>
            <a:off x="591527" y="1406942"/>
            <a:ext cx="3960000" cy="792000"/>
          </a:xfrm>
          <a:solidFill>
            <a:schemeClr val="tx1"/>
          </a:solidFill>
        </p:spPr>
        <p:txBody>
          <a:bodyPr lIns="144000" tIns="144000" rIns="144000" bIns="144000"/>
          <a:lstStyle>
            <a:lvl1pPr>
              <a:spcBef>
                <a:spcPts val="0"/>
              </a:spcBef>
              <a:spcAft>
                <a:spcPts val="0"/>
              </a:spcAft>
              <a:defRPr sz="1800" b="1">
                <a:solidFill>
                  <a:schemeClr val="bg2"/>
                </a:solidFill>
              </a:defRPr>
            </a:lvl1pPr>
            <a:lvl2pPr>
              <a:spcBef>
                <a:spcPts val="0"/>
              </a:spcBef>
              <a:defRPr>
                <a:solidFill>
                  <a:schemeClr val="bg2"/>
                </a:solidFill>
              </a:defRPr>
            </a:lvl2pPr>
            <a:lvl3pPr>
              <a:spcBef>
                <a:spcPts val="0"/>
              </a:spcBef>
              <a:defRPr>
                <a:solidFill>
                  <a:schemeClr val="bg2"/>
                </a:solidFill>
              </a:defRPr>
            </a:lvl3pPr>
            <a:lvl4pPr>
              <a:spcBef>
                <a:spcPts val="0"/>
              </a:spcBef>
              <a:defRPr>
                <a:solidFill>
                  <a:schemeClr val="bg2"/>
                </a:solidFill>
              </a:defRPr>
            </a:lvl4pPr>
            <a:lvl5pPr>
              <a:spcBef>
                <a:spcPts val="0"/>
              </a:spcBef>
              <a:defRPr>
                <a:solidFill>
                  <a:schemeClr val="bg2"/>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hasCustomPrompt="1"/>
          </p:nvPr>
        </p:nvSpPr>
        <p:spPr/>
        <p:txBody>
          <a:bodyPr/>
          <a:lstStyle>
            <a:lvl1pPr>
              <a:defRPr>
                <a:solidFill>
                  <a:schemeClr val="tx1"/>
                </a:solidFill>
              </a:defRPr>
            </a:lvl1pPr>
          </a:lstStyle>
          <a:p>
            <a:r>
              <a:rPr lang="en-US" dirty="0"/>
              <a:t>Custom Graphics</a:t>
            </a:r>
            <a:endParaRPr lang="en-GB" dirty="0"/>
          </a:p>
        </p:txBody>
      </p:sp>
      <p:sp>
        <p:nvSpPr>
          <p:cNvPr id="3" name="Date Placeholder 2">
            <a:extLst>
              <a:ext uri="{FF2B5EF4-FFF2-40B4-BE49-F238E27FC236}">
                <a16:creationId xmlns:a16="http://schemas.microsoft.com/office/drawing/2014/main" id="{64BFC2FA-A5DF-4635-A183-A4A8BD1AAB8C}"/>
              </a:ext>
            </a:extLst>
          </p:cNvPr>
          <p:cNvSpPr>
            <a:spLocks noGrp="1"/>
          </p:cNvSpPr>
          <p:nvPr>
            <p:ph type="dt" sz="half" idx="17"/>
          </p:nvPr>
        </p:nvSpPr>
        <p:spPr/>
        <p:txBody>
          <a:bodyPr/>
          <a:lstStyle/>
          <a:p>
            <a:fld id="{0E8C2B6E-D57B-D849-9FBA-1FF8D355DFE1}" type="datetime1">
              <a:rPr lang="en-AU" smtClean="0"/>
              <a:t>5/7/2024</a:t>
            </a:fld>
            <a:endParaRPr lang="en-GB" dirty="0"/>
          </a:p>
        </p:txBody>
      </p:sp>
      <p:sp>
        <p:nvSpPr>
          <p:cNvPr id="6" name="Slide Number Placeholder 5">
            <a:extLst>
              <a:ext uri="{FF2B5EF4-FFF2-40B4-BE49-F238E27FC236}">
                <a16:creationId xmlns:a16="http://schemas.microsoft.com/office/drawing/2014/main" id="{BA9B6AAA-3F19-4EAC-A235-75F5FF8DC66E}"/>
              </a:ext>
            </a:extLst>
          </p:cNvPr>
          <p:cNvSpPr>
            <a:spLocks noGrp="1"/>
          </p:cNvSpPr>
          <p:nvPr>
            <p:ph type="sldNum" sz="quarter" idx="18"/>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276062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0F725C87-85E4-4451-8B79-B055377CE4DD}"/>
              </a:ext>
            </a:extLst>
          </p:cNvPr>
          <p:cNvGrpSpPr/>
          <p:nvPr userDrawn="1"/>
        </p:nvGrpSpPr>
        <p:grpSpPr>
          <a:xfrm>
            <a:off x="10928350" y="164909"/>
            <a:ext cx="1062566" cy="1065213"/>
            <a:chOff x="10928350" y="5591175"/>
            <a:chExt cx="1062566" cy="1065213"/>
          </a:xfrm>
        </p:grpSpPr>
        <p:sp>
          <p:nvSpPr>
            <p:cNvPr id="14" name="Text Placeholder 5">
              <a:extLst>
                <a:ext uri="{FF2B5EF4-FFF2-40B4-BE49-F238E27FC236}">
                  <a16:creationId xmlns:a16="http://schemas.microsoft.com/office/drawing/2014/main" id="{25A121E9-B425-4922-A452-E4B262578AD4}"/>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Freeform 6">
              <a:extLst>
                <a:ext uri="{FF2B5EF4-FFF2-40B4-BE49-F238E27FC236}">
                  <a16:creationId xmlns:a16="http://schemas.microsoft.com/office/drawing/2014/main" id="{B16EBE21-8D6D-40AD-A674-46BA69A4CF17}"/>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11"/>
          </p:nvPr>
        </p:nvSpPr>
        <p:spPr/>
        <p:txBody>
          <a:bodyPr/>
          <a:lstStyle/>
          <a:p>
            <a:endParaRPr lang="en-GB"/>
          </a:p>
        </p:txBody>
      </p:sp>
      <p:sp>
        <p:nvSpPr>
          <p:cNvPr id="11" name="Text Placeholder 7">
            <a:extLst>
              <a:ext uri="{FF2B5EF4-FFF2-40B4-BE49-F238E27FC236}">
                <a16:creationId xmlns:a16="http://schemas.microsoft.com/office/drawing/2014/main" id="{A0A35F0C-1A2A-4382-9CE0-662C7D94B027}"/>
              </a:ext>
            </a:extLst>
          </p:cNvPr>
          <p:cNvSpPr>
            <a:spLocks noGrp="1"/>
          </p:cNvSpPr>
          <p:nvPr>
            <p:ph type="body" sz="quarter" idx="14"/>
          </p:nvPr>
        </p:nvSpPr>
        <p:spPr>
          <a:xfrm>
            <a:off x="6256825" y="4076290"/>
            <a:ext cx="3379544" cy="1575908"/>
          </a:xfrm>
          <a:prstGeom prst="wedgeRoundRectCallout">
            <a:avLst>
              <a:gd name="adj1" fmla="val 37888"/>
              <a:gd name="adj2" fmla="val 65661"/>
              <a:gd name="adj3" fmla="val 16667"/>
            </a:avLst>
          </a:prstGeom>
          <a:solidFill>
            <a:schemeClr val="accent6"/>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6744FA5E-A949-41D0-8825-88D17F22D9E5}"/>
              </a:ext>
            </a:extLst>
          </p:cNvPr>
          <p:cNvSpPr>
            <a:spLocks noGrp="1"/>
          </p:cNvSpPr>
          <p:nvPr>
            <p:ph type="body" sz="quarter" idx="15"/>
          </p:nvPr>
        </p:nvSpPr>
        <p:spPr>
          <a:xfrm>
            <a:off x="2337968" y="3793252"/>
            <a:ext cx="3379544" cy="2100105"/>
          </a:xfrm>
          <a:prstGeom prst="wedgeRoundRectCallout">
            <a:avLst>
              <a:gd name="adj1" fmla="val 4736"/>
              <a:gd name="adj2" fmla="val 67336"/>
              <a:gd name="adj3" fmla="val 16667"/>
            </a:avLst>
          </a:prstGeom>
          <a:solidFill>
            <a:schemeClr val="tx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7">
            <a:extLst>
              <a:ext uri="{FF2B5EF4-FFF2-40B4-BE49-F238E27FC236}">
                <a16:creationId xmlns:a16="http://schemas.microsoft.com/office/drawing/2014/main" id="{72FD5BAD-4E1C-4BA1-A864-AD6B442766B7}"/>
              </a:ext>
            </a:extLst>
          </p:cNvPr>
          <p:cNvSpPr>
            <a:spLocks noGrp="1"/>
          </p:cNvSpPr>
          <p:nvPr>
            <p:ph type="body" sz="quarter" idx="13"/>
          </p:nvPr>
        </p:nvSpPr>
        <p:spPr>
          <a:xfrm>
            <a:off x="6256825" y="1271116"/>
            <a:ext cx="3379544" cy="2131936"/>
          </a:xfrm>
          <a:prstGeom prst="wedgeRoundRectCallout">
            <a:avLst>
              <a:gd name="adj1" fmla="val 3699"/>
              <a:gd name="adj2" fmla="val 63310"/>
              <a:gd name="adj3" fmla="val 16667"/>
            </a:avLst>
          </a:prstGeom>
          <a:solidFill>
            <a:schemeClr val="tx2"/>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F085DE56-C228-4F1A-AD46-9A998DCBDF74}"/>
              </a:ext>
            </a:extLst>
          </p:cNvPr>
          <p:cNvSpPr>
            <a:spLocks noGrp="1"/>
          </p:cNvSpPr>
          <p:nvPr>
            <p:ph type="body" sz="quarter" idx="12"/>
          </p:nvPr>
        </p:nvSpPr>
        <p:spPr>
          <a:xfrm>
            <a:off x="2337968" y="1594348"/>
            <a:ext cx="3379544" cy="1485472"/>
          </a:xfrm>
          <a:prstGeom prst="wedgeRoundRectCallout">
            <a:avLst>
              <a:gd name="adj1" fmla="val 40118"/>
              <a:gd name="adj2" fmla="val 73896"/>
              <a:gd name="adj3" fmla="val 16667"/>
            </a:avLst>
          </a:prstGeom>
          <a:solidFill>
            <a:schemeClr val="accent2"/>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8">
            <a:extLst>
              <a:ext uri="{FF2B5EF4-FFF2-40B4-BE49-F238E27FC236}">
                <a16:creationId xmlns:a16="http://schemas.microsoft.com/office/drawing/2014/main" id="{2A30D1EE-4D1E-499A-A8ED-95AEBD77D534}"/>
              </a:ext>
            </a:extLst>
          </p:cNvPr>
          <p:cNvSpPr>
            <a:spLocks noGrp="1"/>
          </p:cNvSpPr>
          <p:nvPr>
            <p:ph type="title" hasCustomPrompt="1"/>
          </p:nvPr>
        </p:nvSpPr>
        <p:spPr/>
        <p:txBody>
          <a:bodyPr/>
          <a:lstStyle>
            <a:lvl1pPr>
              <a:defRPr>
                <a:solidFill>
                  <a:schemeClr val="tx1"/>
                </a:solidFill>
              </a:defRPr>
            </a:lvl1pPr>
          </a:lstStyle>
          <a:p>
            <a:r>
              <a:rPr lang="en-US" dirty="0"/>
              <a:t>Speech Bubbles</a:t>
            </a:r>
            <a:endParaRPr lang="en-GB" dirty="0"/>
          </a:p>
        </p:txBody>
      </p:sp>
      <p:sp>
        <p:nvSpPr>
          <p:cNvPr id="2" name="Date Placeholder 1">
            <a:extLst>
              <a:ext uri="{FF2B5EF4-FFF2-40B4-BE49-F238E27FC236}">
                <a16:creationId xmlns:a16="http://schemas.microsoft.com/office/drawing/2014/main" id="{411115E3-DA02-4FCF-8390-F90CA9562AEA}"/>
              </a:ext>
            </a:extLst>
          </p:cNvPr>
          <p:cNvSpPr>
            <a:spLocks noGrp="1"/>
          </p:cNvSpPr>
          <p:nvPr>
            <p:ph type="dt" sz="half" idx="16"/>
          </p:nvPr>
        </p:nvSpPr>
        <p:spPr/>
        <p:txBody>
          <a:bodyPr/>
          <a:lstStyle/>
          <a:p>
            <a:fld id="{A090CCAA-E9E9-AC4E-9421-693E0B0E8E60}" type="datetime1">
              <a:rPr lang="en-AU" smtClean="0"/>
              <a:t>5/7/2024</a:t>
            </a:fld>
            <a:endParaRPr lang="en-GB" dirty="0"/>
          </a:p>
        </p:txBody>
      </p:sp>
      <p:sp>
        <p:nvSpPr>
          <p:cNvPr id="3" name="Slide Number Placeholder 2">
            <a:extLst>
              <a:ext uri="{FF2B5EF4-FFF2-40B4-BE49-F238E27FC236}">
                <a16:creationId xmlns:a16="http://schemas.microsoft.com/office/drawing/2014/main" id="{C36622C9-C2E5-41FD-B0F8-7354893293C7}"/>
              </a:ext>
            </a:extLst>
          </p:cNvPr>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584427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A509F1C-8E1B-47ED-9864-80B8855004F6}" type="datetimeFigureOut">
              <a:rPr lang="en-AU" smtClean="0"/>
              <a:t>5/7/2024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1C8F3A1-B84F-425D-A9DA-F28AAB46EF8F}" type="slidenum">
              <a:rPr lang="en-AU" smtClean="0"/>
              <a:t>‹#›</a:t>
            </a:fld>
            <a:endParaRPr lang="en-AU"/>
          </a:p>
        </p:txBody>
      </p:sp>
    </p:spTree>
    <p:extLst>
      <p:ext uri="{BB962C8B-B14F-4D97-AF65-F5344CB8AC3E}">
        <p14:creationId xmlns:p14="http://schemas.microsoft.com/office/powerpoint/2010/main" val="11376961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633739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A">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6362257" y="542542"/>
            <a:ext cx="4752000" cy="1835208"/>
          </a:xfrm>
        </p:spPr>
        <p:txBody>
          <a:bodyPr anchor="b"/>
          <a:lstStyle>
            <a:lvl1pPr algn="l">
              <a:lnSpc>
                <a:spcPct val="100000"/>
              </a:lnSpc>
              <a:defRPr sz="42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6362258" y="2701251"/>
            <a:ext cx="4751999" cy="198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184C083-2F30-4ED2-8E53-E9F791CB5138}"/>
              </a:ext>
              <a:ext uri="{C183D7F6-B498-43B3-948B-1728B52AA6E4}">
                <adec:decorative xmlns:adec="http://schemas.microsoft.com/office/drawing/2017/decorative" val="1"/>
              </a:ext>
            </a:extLst>
          </p:cNvPr>
          <p:cNvGrpSpPr>
            <a:grpSpLocks noChangeAspect="1"/>
          </p:cNvGrpSpPr>
          <p:nvPr userDrawn="1"/>
        </p:nvGrpSpPr>
        <p:grpSpPr bwMode="auto">
          <a:xfrm>
            <a:off x="0" y="1587"/>
            <a:ext cx="7446963" cy="6856413"/>
            <a:chOff x="1841" y="-474"/>
            <a:chExt cx="4691" cy="4319"/>
          </a:xfrm>
        </p:grpSpPr>
        <p:sp>
          <p:nvSpPr>
            <p:cNvPr id="15" name="Shape">
              <a:extLst>
                <a:ext uri="{FF2B5EF4-FFF2-40B4-BE49-F238E27FC236}">
                  <a16:creationId xmlns:a16="http://schemas.microsoft.com/office/drawing/2014/main" id="{05C70A15-552F-464E-AAAD-DAC369240B8D}"/>
                </a:ext>
              </a:extLst>
            </p:cNvPr>
            <p:cNvSpPr>
              <a:spLocks/>
            </p:cNvSpPr>
            <p:nvPr userDrawn="1"/>
          </p:nvSpPr>
          <p:spPr bwMode="auto">
            <a:xfrm>
              <a:off x="2573" y="409"/>
              <a:ext cx="3959" cy="3436"/>
            </a:xfrm>
            <a:custGeom>
              <a:avLst/>
              <a:gdLst>
                <a:gd name="T0" fmla="*/ 0 w 3959"/>
                <a:gd name="T1" fmla="*/ 3436 h 3436"/>
                <a:gd name="T2" fmla="*/ 3959 w 3959"/>
                <a:gd name="T3" fmla="*/ 3436 h 3436"/>
                <a:gd name="T4" fmla="*/ 1984 w 3959"/>
                <a:gd name="T5" fmla="*/ 0 h 3436"/>
                <a:gd name="T6" fmla="*/ 0 w 3959"/>
                <a:gd name="T7" fmla="*/ 3436 h 3436"/>
              </a:gdLst>
              <a:ahLst/>
              <a:cxnLst>
                <a:cxn ang="0">
                  <a:pos x="T0" y="T1"/>
                </a:cxn>
                <a:cxn ang="0">
                  <a:pos x="T2" y="T3"/>
                </a:cxn>
                <a:cxn ang="0">
                  <a:pos x="T4" y="T5"/>
                </a:cxn>
                <a:cxn ang="0">
                  <a:pos x="T6" y="T7"/>
                </a:cxn>
              </a:cxnLst>
              <a:rect l="0" t="0" r="r" b="b"/>
              <a:pathLst>
                <a:path w="3959" h="3436">
                  <a:moveTo>
                    <a:pt x="0" y="3436"/>
                  </a:moveTo>
                  <a:lnTo>
                    <a:pt x="3959" y="3436"/>
                  </a:lnTo>
                  <a:lnTo>
                    <a:pt x="1984" y="0"/>
                  </a:lnTo>
                  <a:lnTo>
                    <a:pt x="0" y="3436"/>
                  </a:ln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66F95119-5A9A-4E22-99FE-EDCD6D3D0423}"/>
                </a:ext>
              </a:extLst>
            </p:cNvPr>
            <p:cNvSpPr>
              <a:spLocks/>
            </p:cNvSpPr>
            <p:nvPr userDrawn="1"/>
          </p:nvSpPr>
          <p:spPr bwMode="auto">
            <a:xfrm>
              <a:off x="1841" y="-474"/>
              <a:ext cx="3008" cy="3568"/>
            </a:xfrm>
            <a:custGeom>
              <a:avLst/>
              <a:gdLst>
                <a:gd name="T0" fmla="*/ 3008 w 3008"/>
                <a:gd name="T1" fmla="*/ 0 h 3568"/>
                <a:gd name="T2" fmla="*/ 2971 w 3008"/>
                <a:gd name="T3" fmla="*/ 0 h 3568"/>
                <a:gd name="T4" fmla="*/ 948 w 3008"/>
                <a:gd name="T5" fmla="*/ 3503 h 3568"/>
                <a:gd name="T6" fmla="*/ 0 w 3008"/>
                <a:gd name="T7" fmla="*/ 1851 h 3568"/>
                <a:gd name="T8" fmla="*/ 0 w 3008"/>
                <a:gd name="T9" fmla="*/ 1918 h 3568"/>
                <a:gd name="T10" fmla="*/ 948 w 3008"/>
                <a:gd name="T11" fmla="*/ 3568 h 3568"/>
                <a:gd name="T12" fmla="*/ 3008 w 3008"/>
                <a:gd name="T13" fmla="*/ 0 h 3568"/>
              </a:gdLst>
              <a:ahLst/>
              <a:cxnLst>
                <a:cxn ang="0">
                  <a:pos x="T0" y="T1"/>
                </a:cxn>
                <a:cxn ang="0">
                  <a:pos x="T2" y="T3"/>
                </a:cxn>
                <a:cxn ang="0">
                  <a:pos x="T4" y="T5"/>
                </a:cxn>
                <a:cxn ang="0">
                  <a:pos x="T6" y="T7"/>
                </a:cxn>
                <a:cxn ang="0">
                  <a:pos x="T8" y="T9"/>
                </a:cxn>
                <a:cxn ang="0">
                  <a:pos x="T10" y="T11"/>
                </a:cxn>
                <a:cxn ang="0">
                  <a:pos x="T12" y="T13"/>
                </a:cxn>
              </a:cxnLst>
              <a:rect l="0" t="0" r="r" b="b"/>
              <a:pathLst>
                <a:path w="3008" h="3568">
                  <a:moveTo>
                    <a:pt x="3008" y="0"/>
                  </a:moveTo>
                  <a:lnTo>
                    <a:pt x="2971" y="0"/>
                  </a:lnTo>
                  <a:lnTo>
                    <a:pt x="948" y="3503"/>
                  </a:lnTo>
                  <a:lnTo>
                    <a:pt x="0" y="1851"/>
                  </a:lnTo>
                  <a:lnTo>
                    <a:pt x="0" y="1918"/>
                  </a:lnTo>
                  <a:lnTo>
                    <a:pt x="948" y="3568"/>
                  </a:lnTo>
                  <a:lnTo>
                    <a:pt x="3008"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735282" y="3375501"/>
            <a:ext cx="1513885" cy="1511655"/>
          </a:xfrm>
          <a:prstGeom prst="rect">
            <a:avLst/>
          </a:prstGeom>
        </p:spPr>
      </p:pic>
      <p:sp>
        <p:nvSpPr>
          <p:cNvPr id="10" name="Footer/CRICOS">
            <a:extLst>
              <a:ext uri="{FF2B5EF4-FFF2-40B4-BE49-F238E27FC236}">
                <a16:creationId xmlns:a16="http://schemas.microsoft.com/office/drawing/2014/main" id="{44FC142B-F28E-4B8F-A1B4-195D3067762F}"/>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9559406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B">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Graphic">
            <a:extLst>
              <a:ext uri="{FF2B5EF4-FFF2-40B4-BE49-F238E27FC236}">
                <a16:creationId xmlns:a16="http://schemas.microsoft.com/office/drawing/2014/main" id="{6A9026D8-4650-4F23-9189-95187B759076}"/>
              </a:ext>
              <a:ext uri="{C183D7F6-B498-43B3-948B-1728B52AA6E4}">
                <adec:decorative xmlns:adec="http://schemas.microsoft.com/office/drawing/2017/decorative" val="1"/>
              </a:ext>
            </a:extLst>
          </p:cNvPr>
          <p:cNvSpPr>
            <a:spLocks/>
          </p:cNvSpPr>
          <p:nvPr userDrawn="1"/>
        </p:nvSpPr>
        <p:spPr bwMode="auto">
          <a:xfrm>
            <a:off x="1156121" y="689155"/>
            <a:ext cx="6325057" cy="5345885"/>
          </a:xfrm>
          <a:custGeom>
            <a:avLst/>
            <a:gdLst>
              <a:gd name="T0" fmla="*/ 0 w 2658"/>
              <a:gd name="T1" fmla="*/ 2246 h 2246"/>
              <a:gd name="T2" fmla="*/ 1536 w 2658"/>
              <a:gd name="T3" fmla="*/ 2246 h 2246"/>
              <a:gd name="T4" fmla="*/ 2658 w 2658"/>
              <a:gd name="T5" fmla="*/ 1123 h 2246"/>
              <a:gd name="T6" fmla="*/ 1536 w 2658"/>
              <a:gd name="T7" fmla="*/ 0 h 2246"/>
              <a:gd name="T8" fmla="*/ 0 w 2658"/>
              <a:gd name="T9" fmla="*/ 0 h 2246"/>
              <a:gd name="T10" fmla="*/ 0 w 2658"/>
              <a:gd name="T11" fmla="*/ 2246 h 2246"/>
            </a:gdLst>
            <a:ahLst/>
            <a:cxnLst>
              <a:cxn ang="0">
                <a:pos x="T0" y="T1"/>
              </a:cxn>
              <a:cxn ang="0">
                <a:pos x="T2" y="T3"/>
              </a:cxn>
              <a:cxn ang="0">
                <a:pos x="T4" y="T5"/>
              </a:cxn>
              <a:cxn ang="0">
                <a:pos x="T6" y="T7"/>
              </a:cxn>
              <a:cxn ang="0">
                <a:pos x="T8" y="T9"/>
              </a:cxn>
              <a:cxn ang="0">
                <a:pos x="T10" y="T11"/>
              </a:cxn>
            </a:cxnLst>
            <a:rect l="0" t="0" r="r" b="b"/>
            <a:pathLst>
              <a:path w="2658" h="2246">
                <a:moveTo>
                  <a:pt x="0" y="2246"/>
                </a:moveTo>
                <a:cubicBezTo>
                  <a:pt x="1536" y="2246"/>
                  <a:pt x="1536" y="2246"/>
                  <a:pt x="1536" y="2246"/>
                </a:cubicBezTo>
                <a:cubicBezTo>
                  <a:pt x="2155" y="2246"/>
                  <a:pt x="2658" y="1744"/>
                  <a:pt x="2658" y="1123"/>
                </a:cubicBezTo>
                <a:cubicBezTo>
                  <a:pt x="2658" y="503"/>
                  <a:pt x="2156" y="0"/>
                  <a:pt x="1536" y="0"/>
                </a:cubicBezTo>
                <a:cubicBezTo>
                  <a:pt x="0" y="0"/>
                  <a:pt x="0" y="0"/>
                  <a:pt x="0" y="0"/>
                </a:cubicBezTo>
                <a:lnTo>
                  <a:pt x="0" y="224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2" name="Title"/>
          <p:cNvSpPr>
            <a:spLocks noGrp="1"/>
          </p:cNvSpPr>
          <p:nvPr>
            <p:ph type="ctrTitle" hasCustomPrompt="1"/>
          </p:nvPr>
        </p:nvSpPr>
        <p:spPr>
          <a:xfrm>
            <a:off x="1546418" y="1326018"/>
            <a:ext cx="4752000" cy="1440000"/>
          </a:xfrm>
        </p:spPr>
        <p:txBody>
          <a:bodyPr anchor="b"/>
          <a:lstStyle>
            <a:lvl1pPr algn="l">
              <a:lnSpc>
                <a:spcPct val="100000"/>
              </a:lnSpc>
              <a:defRPr sz="28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546418" y="3393287"/>
            <a:ext cx="4751999" cy="1980000"/>
          </a:xfrm>
        </p:spPr>
        <p:txBody>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96680" y="4309872"/>
            <a:ext cx="1437588" cy="1435470"/>
          </a:xfrm>
          <a:prstGeom prst="rect">
            <a:avLst/>
          </a:prstGeom>
        </p:spPr>
      </p:pic>
      <p:sp>
        <p:nvSpPr>
          <p:cNvPr id="8" name="Footer/CRICOS">
            <a:extLst>
              <a:ext uri="{FF2B5EF4-FFF2-40B4-BE49-F238E27FC236}">
                <a16:creationId xmlns:a16="http://schemas.microsoft.com/office/drawing/2014/main" id="{A7EC68DA-FBB0-4AAA-ABAC-746F7508E99A}"/>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18213343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C">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1031068" y="1293486"/>
            <a:ext cx="5292000" cy="2016000"/>
          </a:xfrm>
        </p:spPr>
        <p:txBody>
          <a:bodyPr anchor="t"/>
          <a:lstStyle>
            <a:lvl1pPr marL="432000" indent="-432000" algn="l">
              <a:lnSpc>
                <a:spcPct val="100000"/>
              </a:lnSpc>
              <a:buClr>
                <a:schemeClr val="bg1"/>
              </a:buClr>
              <a:buSzPct val="80000"/>
              <a:buFont typeface="Wingdings 3" panose="05040102010807070707" pitchFamily="18" charset="2"/>
              <a:buChar char=""/>
              <a:defRPr sz="40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480096" y="3614630"/>
            <a:ext cx="4842972" cy="1404000"/>
          </a:xfrm>
        </p:spPr>
        <p:txBody>
          <a:bodyPr/>
          <a:lstStyle>
            <a:lvl1pPr marL="0" indent="0" algn="l">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9" name="Graphics">
            <a:extLst>
              <a:ext uri="{FF2B5EF4-FFF2-40B4-BE49-F238E27FC236}">
                <a16:creationId xmlns:a16="http://schemas.microsoft.com/office/drawing/2014/main" id="{39C8C252-A524-44EB-85F8-12649E7AAE0A}"/>
              </a:ext>
              <a:ext uri="{C183D7F6-B498-43B3-948B-1728B52AA6E4}">
                <adec:decorative xmlns:adec="http://schemas.microsoft.com/office/drawing/2017/decorative" val="1"/>
              </a:ext>
            </a:extLst>
          </p:cNvPr>
          <p:cNvGrpSpPr>
            <a:grpSpLocks noChangeAspect="1"/>
          </p:cNvGrpSpPr>
          <p:nvPr userDrawn="1"/>
        </p:nvGrpSpPr>
        <p:grpSpPr bwMode="auto">
          <a:xfrm>
            <a:off x="623888" y="546100"/>
            <a:ext cx="11566525" cy="6308725"/>
            <a:chOff x="393" y="344"/>
            <a:chExt cx="7286" cy="3974"/>
          </a:xfrm>
        </p:grpSpPr>
        <p:sp>
          <p:nvSpPr>
            <p:cNvPr id="11" name="Shape">
              <a:extLst>
                <a:ext uri="{FF2B5EF4-FFF2-40B4-BE49-F238E27FC236}">
                  <a16:creationId xmlns:a16="http://schemas.microsoft.com/office/drawing/2014/main" id="{13FEA6FD-10AA-47FE-A88F-B270509EC5E6}"/>
                </a:ext>
              </a:extLst>
            </p:cNvPr>
            <p:cNvSpPr>
              <a:spLocks/>
            </p:cNvSpPr>
            <p:nvPr userDrawn="1"/>
          </p:nvSpPr>
          <p:spPr bwMode="auto">
            <a:xfrm>
              <a:off x="4305" y="2525"/>
              <a:ext cx="3374" cy="1793"/>
            </a:xfrm>
            <a:custGeom>
              <a:avLst/>
              <a:gdLst>
                <a:gd name="T0" fmla="*/ 2265 w 2265"/>
                <a:gd name="T1" fmla="*/ 497 h 1204"/>
                <a:gd name="T2" fmla="*/ 1261 w 2265"/>
                <a:gd name="T3" fmla="*/ 0 h 1204"/>
                <a:gd name="T4" fmla="*/ 0 w 2265"/>
                <a:gd name="T5" fmla="*/ 1204 h 1204"/>
                <a:gd name="T6" fmla="*/ 2265 w 2265"/>
                <a:gd name="T7" fmla="*/ 1204 h 1204"/>
                <a:gd name="T8" fmla="*/ 2265 w 2265"/>
                <a:gd name="T9" fmla="*/ 497 h 1204"/>
              </a:gdLst>
              <a:ahLst/>
              <a:cxnLst>
                <a:cxn ang="0">
                  <a:pos x="T0" y="T1"/>
                </a:cxn>
                <a:cxn ang="0">
                  <a:pos x="T2" y="T3"/>
                </a:cxn>
                <a:cxn ang="0">
                  <a:pos x="T4" y="T5"/>
                </a:cxn>
                <a:cxn ang="0">
                  <a:pos x="T6" y="T7"/>
                </a:cxn>
                <a:cxn ang="0">
                  <a:pos x="T8" y="T9"/>
                </a:cxn>
              </a:cxnLst>
              <a:rect l="0" t="0" r="r" b="b"/>
              <a:pathLst>
                <a:path w="2265" h="1204">
                  <a:moveTo>
                    <a:pt x="2265" y="497"/>
                  </a:moveTo>
                  <a:cubicBezTo>
                    <a:pt x="2034" y="195"/>
                    <a:pt x="1670" y="0"/>
                    <a:pt x="1261" y="0"/>
                  </a:cubicBezTo>
                  <a:cubicBezTo>
                    <a:pt x="583" y="0"/>
                    <a:pt x="30" y="534"/>
                    <a:pt x="0" y="1204"/>
                  </a:cubicBezTo>
                  <a:cubicBezTo>
                    <a:pt x="2265" y="1204"/>
                    <a:pt x="2265" y="1204"/>
                    <a:pt x="2265" y="1204"/>
                  </a:cubicBezTo>
                  <a:lnTo>
                    <a:pt x="2265" y="49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9B89CD33-DA52-4E6E-91E9-2293E7BC0D6C}"/>
                </a:ext>
              </a:extLst>
            </p:cNvPr>
            <p:cNvSpPr>
              <a:spLocks noEditPoints="1"/>
            </p:cNvSpPr>
            <p:nvPr userDrawn="1"/>
          </p:nvSpPr>
          <p:spPr bwMode="auto">
            <a:xfrm>
              <a:off x="393" y="344"/>
              <a:ext cx="4730" cy="3148"/>
            </a:xfrm>
            <a:custGeom>
              <a:avLst/>
              <a:gdLst>
                <a:gd name="T0" fmla="*/ 2120 w 3176"/>
                <a:gd name="T1" fmla="*/ 2113 h 2113"/>
                <a:gd name="T2" fmla="*/ 0 w 3176"/>
                <a:gd name="T3" fmla="*/ 2113 h 2113"/>
                <a:gd name="T4" fmla="*/ 0 w 3176"/>
                <a:gd name="T5" fmla="*/ 0 h 2113"/>
                <a:gd name="T6" fmla="*/ 2120 w 3176"/>
                <a:gd name="T7" fmla="*/ 0 h 2113"/>
                <a:gd name="T8" fmla="*/ 2867 w 3176"/>
                <a:gd name="T9" fmla="*/ 310 h 2113"/>
                <a:gd name="T10" fmla="*/ 3176 w 3176"/>
                <a:gd name="T11" fmla="*/ 1057 h 2113"/>
                <a:gd name="T12" fmla="*/ 2867 w 3176"/>
                <a:gd name="T13" fmla="*/ 1804 h 2113"/>
                <a:gd name="T14" fmla="*/ 2120 w 3176"/>
                <a:gd name="T15" fmla="*/ 2113 h 2113"/>
                <a:gd name="T16" fmla="*/ 21 w 3176"/>
                <a:gd name="T17" fmla="*/ 2092 h 2113"/>
                <a:gd name="T18" fmla="*/ 2120 w 3176"/>
                <a:gd name="T19" fmla="*/ 2092 h 2113"/>
                <a:gd name="T20" fmla="*/ 3155 w 3176"/>
                <a:gd name="T21" fmla="*/ 1057 h 2113"/>
                <a:gd name="T22" fmla="*/ 2120 w 3176"/>
                <a:gd name="T23" fmla="*/ 22 h 2113"/>
                <a:gd name="T24" fmla="*/ 21 w 3176"/>
                <a:gd name="T25" fmla="*/ 22 h 2113"/>
                <a:gd name="T26" fmla="*/ 21 w 3176"/>
                <a:gd name="T27" fmla="*/ 2092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76" h="2113">
                  <a:moveTo>
                    <a:pt x="2120" y="2113"/>
                  </a:moveTo>
                  <a:cubicBezTo>
                    <a:pt x="0" y="2113"/>
                    <a:pt x="0" y="2113"/>
                    <a:pt x="0" y="2113"/>
                  </a:cubicBezTo>
                  <a:cubicBezTo>
                    <a:pt x="0" y="0"/>
                    <a:pt x="0" y="0"/>
                    <a:pt x="0" y="0"/>
                  </a:cubicBezTo>
                  <a:cubicBezTo>
                    <a:pt x="2120" y="0"/>
                    <a:pt x="2120" y="0"/>
                    <a:pt x="2120" y="0"/>
                  </a:cubicBezTo>
                  <a:cubicBezTo>
                    <a:pt x="2402" y="0"/>
                    <a:pt x="2667" y="110"/>
                    <a:pt x="2867" y="310"/>
                  </a:cubicBezTo>
                  <a:cubicBezTo>
                    <a:pt x="3066" y="509"/>
                    <a:pt x="3176" y="775"/>
                    <a:pt x="3176" y="1057"/>
                  </a:cubicBezTo>
                  <a:cubicBezTo>
                    <a:pt x="3176" y="1339"/>
                    <a:pt x="3066" y="1604"/>
                    <a:pt x="2867" y="1804"/>
                  </a:cubicBezTo>
                  <a:cubicBezTo>
                    <a:pt x="2667" y="2003"/>
                    <a:pt x="2402" y="2113"/>
                    <a:pt x="2120" y="2113"/>
                  </a:cubicBezTo>
                  <a:close/>
                  <a:moveTo>
                    <a:pt x="21" y="2092"/>
                  </a:moveTo>
                  <a:cubicBezTo>
                    <a:pt x="2120" y="2092"/>
                    <a:pt x="2120" y="2092"/>
                    <a:pt x="2120" y="2092"/>
                  </a:cubicBezTo>
                  <a:cubicBezTo>
                    <a:pt x="2690" y="2092"/>
                    <a:pt x="3155" y="1628"/>
                    <a:pt x="3155" y="1057"/>
                  </a:cubicBezTo>
                  <a:cubicBezTo>
                    <a:pt x="3155" y="486"/>
                    <a:pt x="2690" y="22"/>
                    <a:pt x="2120" y="22"/>
                  </a:cubicBezTo>
                  <a:cubicBezTo>
                    <a:pt x="21" y="22"/>
                    <a:pt x="21" y="22"/>
                    <a:pt x="21" y="22"/>
                  </a:cubicBezTo>
                  <a:lnTo>
                    <a:pt x="21" y="2092"/>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58467" y="4103412"/>
            <a:ext cx="1350813" cy="1348823"/>
          </a:xfrm>
          <a:prstGeom prst="rect">
            <a:avLst/>
          </a:prstGeom>
        </p:spPr>
      </p:pic>
      <p:sp>
        <p:nvSpPr>
          <p:cNvPr id="7" name="Footer/CRICOS">
            <a:extLst>
              <a:ext uri="{FF2B5EF4-FFF2-40B4-BE49-F238E27FC236}">
                <a16:creationId xmlns:a16="http://schemas.microsoft.com/office/drawing/2014/main" id="{503C0357-7701-438B-B337-77AE6DED2CF1}"/>
              </a:ext>
            </a:extLst>
          </p:cNvPr>
          <p:cNvSpPr>
            <a:spLocks noGrp="1"/>
          </p:cNvSpPr>
          <p:nvPr>
            <p:ph type="ftr" sz="quarter" idx="11"/>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3385736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D">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5008708" y="980331"/>
            <a:ext cx="5292000" cy="2016000"/>
          </a:xfrm>
        </p:spPr>
        <p:txBody>
          <a:bodyPr anchor="b"/>
          <a:lstStyle>
            <a:lvl1pPr marL="432000" indent="-432000" algn="l">
              <a:lnSpc>
                <a:spcPct val="100000"/>
              </a:lnSpc>
              <a:buClr>
                <a:schemeClr val="accent5"/>
              </a:buClr>
              <a:buSzPct val="75000"/>
              <a:buFont typeface="Wingdings 3" panose="05040102010807070707" pitchFamily="18" charset="2"/>
              <a:buChar char=""/>
              <a:defRPr sz="42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5427256" y="3240515"/>
            <a:ext cx="4873452" cy="720000"/>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9047B9D-4C2D-48A6-8F8E-9A28F89D4197}"/>
              </a:ext>
              <a:ext uri="{C183D7F6-B498-43B3-948B-1728B52AA6E4}">
                <adec:decorative xmlns:adec="http://schemas.microsoft.com/office/drawing/2017/decorative" val="1"/>
              </a:ext>
            </a:extLst>
          </p:cNvPr>
          <p:cNvGrpSpPr>
            <a:grpSpLocks noChangeAspect="1"/>
          </p:cNvGrpSpPr>
          <p:nvPr userDrawn="1"/>
        </p:nvGrpSpPr>
        <p:grpSpPr bwMode="auto">
          <a:xfrm>
            <a:off x="0" y="0"/>
            <a:ext cx="4440238" cy="6858000"/>
            <a:chOff x="2440" y="2"/>
            <a:chExt cx="2797" cy="4320"/>
          </a:xfrm>
        </p:grpSpPr>
        <p:sp>
          <p:nvSpPr>
            <p:cNvPr id="17" name="Shape">
              <a:extLst>
                <a:ext uri="{FF2B5EF4-FFF2-40B4-BE49-F238E27FC236}">
                  <a16:creationId xmlns:a16="http://schemas.microsoft.com/office/drawing/2014/main" id="{37AB17E1-AF63-49BB-87F9-00267E607B48}"/>
                </a:ext>
              </a:extLst>
            </p:cNvPr>
            <p:cNvSpPr>
              <a:spLocks/>
            </p:cNvSpPr>
            <p:nvPr userDrawn="1"/>
          </p:nvSpPr>
          <p:spPr bwMode="auto">
            <a:xfrm>
              <a:off x="2440" y="2"/>
              <a:ext cx="2797" cy="3025"/>
            </a:xfrm>
            <a:custGeom>
              <a:avLst/>
              <a:gdLst>
                <a:gd name="T0" fmla="*/ 0 w 1863"/>
                <a:gd name="T1" fmla="*/ 1419 h 2017"/>
                <a:gd name="T2" fmla="*/ 895 w 1863"/>
                <a:gd name="T3" fmla="*/ 2017 h 2017"/>
                <a:gd name="T4" fmla="*/ 1863 w 1863"/>
                <a:gd name="T5" fmla="*/ 1049 h 2017"/>
                <a:gd name="T6" fmla="*/ 1863 w 1863"/>
                <a:gd name="T7" fmla="*/ 0 h 2017"/>
                <a:gd name="T8" fmla="*/ 0 w 1863"/>
                <a:gd name="T9" fmla="*/ 0 h 2017"/>
                <a:gd name="T10" fmla="*/ 0 w 1863"/>
                <a:gd name="T11" fmla="*/ 1419 h 2017"/>
              </a:gdLst>
              <a:ahLst/>
              <a:cxnLst>
                <a:cxn ang="0">
                  <a:pos x="T0" y="T1"/>
                </a:cxn>
                <a:cxn ang="0">
                  <a:pos x="T2" y="T3"/>
                </a:cxn>
                <a:cxn ang="0">
                  <a:pos x="T4" y="T5"/>
                </a:cxn>
                <a:cxn ang="0">
                  <a:pos x="T6" y="T7"/>
                </a:cxn>
                <a:cxn ang="0">
                  <a:pos x="T8" y="T9"/>
                </a:cxn>
                <a:cxn ang="0">
                  <a:pos x="T10" y="T11"/>
                </a:cxn>
              </a:cxnLst>
              <a:rect l="0" t="0" r="r" b="b"/>
              <a:pathLst>
                <a:path w="1863" h="2017">
                  <a:moveTo>
                    <a:pt x="0" y="1419"/>
                  </a:moveTo>
                  <a:cubicBezTo>
                    <a:pt x="146" y="1770"/>
                    <a:pt x="491" y="2017"/>
                    <a:pt x="895" y="2017"/>
                  </a:cubicBezTo>
                  <a:cubicBezTo>
                    <a:pt x="1430" y="2017"/>
                    <a:pt x="1863" y="1584"/>
                    <a:pt x="1863" y="1049"/>
                  </a:cubicBezTo>
                  <a:cubicBezTo>
                    <a:pt x="1863" y="0"/>
                    <a:pt x="1863" y="0"/>
                    <a:pt x="1863" y="0"/>
                  </a:cubicBezTo>
                  <a:cubicBezTo>
                    <a:pt x="0" y="0"/>
                    <a:pt x="0" y="0"/>
                    <a:pt x="0" y="0"/>
                  </a:cubicBezTo>
                  <a:lnTo>
                    <a:pt x="0" y="1419"/>
                  </a:lnTo>
                  <a:close/>
                </a:path>
              </a:pathLst>
            </a:custGeom>
            <a:solidFill>
              <a:srgbClr val="3736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8" name="Shape">
              <a:extLst>
                <a:ext uri="{FF2B5EF4-FFF2-40B4-BE49-F238E27FC236}">
                  <a16:creationId xmlns:a16="http://schemas.microsoft.com/office/drawing/2014/main" id="{9CE2732B-AAB2-4870-8ACA-483F04FBBBF7}"/>
                </a:ext>
              </a:extLst>
            </p:cNvPr>
            <p:cNvSpPr>
              <a:spLocks/>
            </p:cNvSpPr>
            <p:nvPr userDrawn="1"/>
          </p:nvSpPr>
          <p:spPr bwMode="auto">
            <a:xfrm>
              <a:off x="2440" y="3161"/>
              <a:ext cx="2768" cy="1161"/>
            </a:xfrm>
            <a:custGeom>
              <a:avLst/>
              <a:gdLst>
                <a:gd name="T0" fmla="*/ 1844 w 1844"/>
                <a:gd name="T1" fmla="*/ 774 h 774"/>
                <a:gd name="T2" fmla="*/ 895 w 1844"/>
                <a:gd name="T3" fmla="*/ 0 h 774"/>
                <a:gd name="T4" fmla="*/ 0 w 1844"/>
                <a:gd name="T5" fmla="*/ 598 h 774"/>
                <a:gd name="T6" fmla="*/ 0 w 1844"/>
                <a:gd name="T7" fmla="*/ 774 h 774"/>
                <a:gd name="T8" fmla="*/ 1844 w 1844"/>
                <a:gd name="T9" fmla="*/ 774 h 774"/>
              </a:gdLst>
              <a:ahLst/>
              <a:cxnLst>
                <a:cxn ang="0">
                  <a:pos x="T0" y="T1"/>
                </a:cxn>
                <a:cxn ang="0">
                  <a:pos x="T2" y="T3"/>
                </a:cxn>
                <a:cxn ang="0">
                  <a:pos x="T4" y="T5"/>
                </a:cxn>
                <a:cxn ang="0">
                  <a:pos x="T6" y="T7"/>
                </a:cxn>
                <a:cxn ang="0">
                  <a:pos x="T8" y="T9"/>
                </a:cxn>
              </a:cxnLst>
              <a:rect l="0" t="0" r="r" b="b"/>
              <a:pathLst>
                <a:path w="1844" h="774">
                  <a:moveTo>
                    <a:pt x="1844" y="774"/>
                  </a:moveTo>
                  <a:cubicBezTo>
                    <a:pt x="1754" y="333"/>
                    <a:pt x="1364" y="0"/>
                    <a:pt x="895" y="0"/>
                  </a:cubicBezTo>
                  <a:cubicBezTo>
                    <a:pt x="492" y="0"/>
                    <a:pt x="146" y="247"/>
                    <a:pt x="0" y="598"/>
                  </a:cubicBezTo>
                  <a:cubicBezTo>
                    <a:pt x="0" y="774"/>
                    <a:pt x="0" y="774"/>
                    <a:pt x="0" y="774"/>
                  </a:cubicBezTo>
                  <a:lnTo>
                    <a:pt x="1844" y="77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02472" y="4254596"/>
            <a:ext cx="1462648" cy="1460493"/>
          </a:xfrm>
          <a:prstGeom prst="rect">
            <a:avLst/>
          </a:prstGeom>
        </p:spPr>
      </p:pic>
      <p:sp>
        <p:nvSpPr>
          <p:cNvPr id="10" name="Footer/CRICOS">
            <a:extLst>
              <a:ext uri="{FF2B5EF4-FFF2-40B4-BE49-F238E27FC236}">
                <a16:creationId xmlns:a16="http://schemas.microsoft.com/office/drawing/2014/main" id="{9D85B157-4252-4417-BAA7-C925512D7784}"/>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tx1"/>
                </a:solidFill>
              </a:defRPr>
            </a:lvl1pPr>
          </a:lstStyle>
          <a:p>
            <a:pPr algn="r"/>
            <a:r>
              <a:rPr lang="en-AU"/>
              <a:t>Deakin University CRICOS Provider Code: 00113B</a:t>
            </a:r>
            <a:endParaRPr lang="en-GB" dirty="0"/>
          </a:p>
        </p:txBody>
      </p:sp>
    </p:spTree>
    <p:extLst>
      <p:ext uri="{BB962C8B-B14F-4D97-AF65-F5344CB8AC3E}">
        <p14:creationId xmlns:p14="http://schemas.microsoft.com/office/powerpoint/2010/main" val="26168079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E">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5008708" y="980331"/>
            <a:ext cx="5292000" cy="2016000"/>
          </a:xfrm>
        </p:spPr>
        <p:txBody>
          <a:bodyPr anchor="b"/>
          <a:lstStyle>
            <a:lvl1pPr marL="432000" indent="-432000" algn="l">
              <a:lnSpc>
                <a:spcPct val="100000"/>
              </a:lnSpc>
              <a:buClr>
                <a:schemeClr val="accent5"/>
              </a:buClr>
              <a:buSzPct val="75000"/>
              <a:buFont typeface="Wingdings 3" panose="05040102010807070707" pitchFamily="18" charset="2"/>
              <a:buChar char=""/>
              <a:defRPr sz="42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5427256" y="3240515"/>
            <a:ext cx="4873452" cy="720000"/>
          </a:xfrm>
        </p:spPr>
        <p:txBody>
          <a:bodyPr/>
          <a:lstStyle>
            <a:lvl1pPr marL="0" indent="0" algn="l">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9047B9D-4C2D-48A6-8F8E-9A28F89D4197}"/>
              </a:ext>
              <a:ext uri="{C183D7F6-B498-43B3-948B-1728B52AA6E4}">
                <adec:decorative xmlns:adec="http://schemas.microsoft.com/office/drawing/2017/decorative" val="1"/>
              </a:ext>
            </a:extLst>
          </p:cNvPr>
          <p:cNvGrpSpPr>
            <a:grpSpLocks noChangeAspect="1"/>
          </p:cNvGrpSpPr>
          <p:nvPr userDrawn="1"/>
        </p:nvGrpSpPr>
        <p:grpSpPr bwMode="auto">
          <a:xfrm>
            <a:off x="0" y="0"/>
            <a:ext cx="4440238" cy="6858000"/>
            <a:chOff x="2440" y="2"/>
            <a:chExt cx="2797" cy="4320"/>
          </a:xfrm>
        </p:grpSpPr>
        <p:sp>
          <p:nvSpPr>
            <p:cNvPr id="17" name="Shape">
              <a:extLst>
                <a:ext uri="{FF2B5EF4-FFF2-40B4-BE49-F238E27FC236}">
                  <a16:creationId xmlns:a16="http://schemas.microsoft.com/office/drawing/2014/main" id="{37AB17E1-AF63-49BB-87F9-00267E607B48}"/>
                </a:ext>
              </a:extLst>
            </p:cNvPr>
            <p:cNvSpPr>
              <a:spLocks/>
            </p:cNvSpPr>
            <p:nvPr userDrawn="1"/>
          </p:nvSpPr>
          <p:spPr bwMode="auto">
            <a:xfrm>
              <a:off x="2440" y="2"/>
              <a:ext cx="2797" cy="3025"/>
            </a:xfrm>
            <a:custGeom>
              <a:avLst/>
              <a:gdLst>
                <a:gd name="T0" fmla="*/ 0 w 1863"/>
                <a:gd name="T1" fmla="*/ 1419 h 2017"/>
                <a:gd name="T2" fmla="*/ 895 w 1863"/>
                <a:gd name="T3" fmla="*/ 2017 h 2017"/>
                <a:gd name="T4" fmla="*/ 1863 w 1863"/>
                <a:gd name="T5" fmla="*/ 1049 h 2017"/>
                <a:gd name="T6" fmla="*/ 1863 w 1863"/>
                <a:gd name="T7" fmla="*/ 0 h 2017"/>
                <a:gd name="T8" fmla="*/ 0 w 1863"/>
                <a:gd name="T9" fmla="*/ 0 h 2017"/>
                <a:gd name="T10" fmla="*/ 0 w 1863"/>
                <a:gd name="T11" fmla="*/ 1419 h 2017"/>
              </a:gdLst>
              <a:ahLst/>
              <a:cxnLst>
                <a:cxn ang="0">
                  <a:pos x="T0" y="T1"/>
                </a:cxn>
                <a:cxn ang="0">
                  <a:pos x="T2" y="T3"/>
                </a:cxn>
                <a:cxn ang="0">
                  <a:pos x="T4" y="T5"/>
                </a:cxn>
                <a:cxn ang="0">
                  <a:pos x="T6" y="T7"/>
                </a:cxn>
                <a:cxn ang="0">
                  <a:pos x="T8" y="T9"/>
                </a:cxn>
                <a:cxn ang="0">
                  <a:pos x="T10" y="T11"/>
                </a:cxn>
              </a:cxnLst>
              <a:rect l="0" t="0" r="r" b="b"/>
              <a:pathLst>
                <a:path w="1863" h="2017">
                  <a:moveTo>
                    <a:pt x="0" y="1419"/>
                  </a:moveTo>
                  <a:cubicBezTo>
                    <a:pt x="146" y="1770"/>
                    <a:pt x="491" y="2017"/>
                    <a:pt x="895" y="2017"/>
                  </a:cubicBezTo>
                  <a:cubicBezTo>
                    <a:pt x="1430" y="2017"/>
                    <a:pt x="1863" y="1584"/>
                    <a:pt x="1863" y="1049"/>
                  </a:cubicBezTo>
                  <a:cubicBezTo>
                    <a:pt x="1863" y="0"/>
                    <a:pt x="1863" y="0"/>
                    <a:pt x="1863" y="0"/>
                  </a:cubicBezTo>
                  <a:cubicBezTo>
                    <a:pt x="0" y="0"/>
                    <a:pt x="0" y="0"/>
                    <a:pt x="0" y="0"/>
                  </a:cubicBezTo>
                  <a:lnTo>
                    <a:pt x="0" y="141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8" name="Shape">
              <a:extLst>
                <a:ext uri="{FF2B5EF4-FFF2-40B4-BE49-F238E27FC236}">
                  <a16:creationId xmlns:a16="http://schemas.microsoft.com/office/drawing/2014/main" id="{9CE2732B-AAB2-4870-8ACA-483F04FBBBF7}"/>
                </a:ext>
              </a:extLst>
            </p:cNvPr>
            <p:cNvSpPr>
              <a:spLocks/>
            </p:cNvSpPr>
            <p:nvPr userDrawn="1"/>
          </p:nvSpPr>
          <p:spPr bwMode="auto">
            <a:xfrm>
              <a:off x="2440" y="3161"/>
              <a:ext cx="2768" cy="1161"/>
            </a:xfrm>
            <a:custGeom>
              <a:avLst/>
              <a:gdLst>
                <a:gd name="T0" fmla="*/ 1844 w 1844"/>
                <a:gd name="T1" fmla="*/ 774 h 774"/>
                <a:gd name="T2" fmla="*/ 895 w 1844"/>
                <a:gd name="T3" fmla="*/ 0 h 774"/>
                <a:gd name="T4" fmla="*/ 0 w 1844"/>
                <a:gd name="T5" fmla="*/ 598 h 774"/>
                <a:gd name="T6" fmla="*/ 0 w 1844"/>
                <a:gd name="T7" fmla="*/ 774 h 774"/>
                <a:gd name="T8" fmla="*/ 1844 w 1844"/>
                <a:gd name="T9" fmla="*/ 774 h 774"/>
              </a:gdLst>
              <a:ahLst/>
              <a:cxnLst>
                <a:cxn ang="0">
                  <a:pos x="T0" y="T1"/>
                </a:cxn>
                <a:cxn ang="0">
                  <a:pos x="T2" y="T3"/>
                </a:cxn>
                <a:cxn ang="0">
                  <a:pos x="T4" y="T5"/>
                </a:cxn>
                <a:cxn ang="0">
                  <a:pos x="T6" y="T7"/>
                </a:cxn>
                <a:cxn ang="0">
                  <a:pos x="T8" y="T9"/>
                </a:cxn>
              </a:cxnLst>
              <a:rect l="0" t="0" r="r" b="b"/>
              <a:pathLst>
                <a:path w="1844" h="774">
                  <a:moveTo>
                    <a:pt x="1844" y="774"/>
                  </a:moveTo>
                  <a:cubicBezTo>
                    <a:pt x="1754" y="333"/>
                    <a:pt x="1364" y="0"/>
                    <a:pt x="895" y="0"/>
                  </a:cubicBezTo>
                  <a:cubicBezTo>
                    <a:pt x="492" y="0"/>
                    <a:pt x="146" y="247"/>
                    <a:pt x="0" y="598"/>
                  </a:cubicBezTo>
                  <a:cubicBezTo>
                    <a:pt x="0" y="774"/>
                    <a:pt x="0" y="774"/>
                    <a:pt x="0" y="774"/>
                  </a:cubicBezTo>
                  <a:lnTo>
                    <a:pt x="1844" y="774"/>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02472" y="4254596"/>
            <a:ext cx="1462648" cy="1460493"/>
          </a:xfrm>
          <a:prstGeom prst="rect">
            <a:avLst/>
          </a:prstGeom>
        </p:spPr>
      </p:pic>
      <p:sp>
        <p:nvSpPr>
          <p:cNvPr id="10" name="Footer/CRICOS">
            <a:extLst>
              <a:ext uri="{FF2B5EF4-FFF2-40B4-BE49-F238E27FC236}">
                <a16:creationId xmlns:a16="http://schemas.microsoft.com/office/drawing/2014/main" id="{F8DE3B7A-A5C5-4CF9-8D01-B802B4A97DC9}"/>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1177110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F">
    <p:spTree>
      <p:nvGrpSpPr>
        <p:cNvPr id="1" name=""/>
        <p:cNvGrpSpPr/>
        <p:nvPr/>
      </p:nvGrpSpPr>
      <p:grpSpPr>
        <a:xfrm>
          <a:off x="0" y="0"/>
          <a:ext cx="0" cy="0"/>
          <a:chOff x="0" y="0"/>
          <a:chExt cx="0" cy="0"/>
        </a:xfrm>
      </p:grpSpPr>
      <p:sp>
        <p:nvSpPr>
          <p:cNvPr id="13" name="Display 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aphics">
            <a:extLst>
              <a:ext uri="{FF2B5EF4-FFF2-40B4-BE49-F238E27FC236}">
                <a16:creationId xmlns:a16="http://schemas.microsoft.com/office/drawing/2014/main" id="{1E2347E1-97CB-4BDC-AAE6-848FF7BB5C6E}"/>
              </a:ext>
              <a:ext uri="{C183D7F6-B498-43B3-948B-1728B52AA6E4}">
                <adec:decorative xmlns:adec="http://schemas.microsoft.com/office/drawing/2017/decorative" val="1"/>
              </a:ext>
            </a:extLst>
          </p:cNvPr>
          <p:cNvGrpSpPr>
            <a:grpSpLocks noChangeAspect="1"/>
          </p:cNvGrpSpPr>
          <p:nvPr userDrawn="1"/>
        </p:nvGrpSpPr>
        <p:grpSpPr bwMode="auto">
          <a:xfrm>
            <a:off x="0" y="1495919"/>
            <a:ext cx="12189600" cy="2221514"/>
            <a:chOff x="-84" y="2238"/>
            <a:chExt cx="7638" cy="1392"/>
          </a:xfrm>
        </p:grpSpPr>
        <p:sp>
          <p:nvSpPr>
            <p:cNvPr id="10" name="Shape">
              <a:extLst>
                <a:ext uri="{FF2B5EF4-FFF2-40B4-BE49-F238E27FC236}">
                  <a16:creationId xmlns:a16="http://schemas.microsoft.com/office/drawing/2014/main" id="{D1927D92-1B96-4A82-831D-A2A2369824B4}"/>
                </a:ext>
              </a:extLst>
            </p:cNvPr>
            <p:cNvSpPr>
              <a:spLocks/>
            </p:cNvSpPr>
            <p:nvPr userDrawn="1"/>
          </p:nvSpPr>
          <p:spPr bwMode="auto">
            <a:xfrm>
              <a:off x="-84" y="2258"/>
              <a:ext cx="5603" cy="1353"/>
            </a:xfrm>
            <a:custGeom>
              <a:avLst/>
              <a:gdLst>
                <a:gd name="T0" fmla="*/ 0 w 3752"/>
                <a:gd name="T1" fmla="*/ 903 h 903"/>
                <a:gd name="T2" fmla="*/ 3301 w 3752"/>
                <a:gd name="T3" fmla="*/ 903 h 903"/>
                <a:gd name="T4" fmla="*/ 3752 w 3752"/>
                <a:gd name="T5" fmla="*/ 452 h 903"/>
                <a:gd name="T6" fmla="*/ 3301 w 3752"/>
                <a:gd name="T7" fmla="*/ 0 h 903"/>
                <a:gd name="T8" fmla="*/ 0 w 3752"/>
                <a:gd name="T9" fmla="*/ 0 h 903"/>
                <a:gd name="T10" fmla="*/ 0 w 3752"/>
                <a:gd name="T11" fmla="*/ 903 h 903"/>
              </a:gdLst>
              <a:ahLst/>
              <a:cxnLst>
                <a:cxn ang="0">
                  <a:pos x="T0" y="T1"/>
                </a:cxn>
                <a:cxn ang="0">
                  <a:pos x="T2" y="T3"/>
                </a:cxn>
                <a:cxn ang="0">
                  <a:pos x="T4" y="T5"/>
                </a:cxn>
                <a:cxn ang="0">
                  <a:pos x="T6" y="T7"/>
                </a:cxn>
                <a:cxn ang="0">
                  <a:pos x="T8" y="T9"/>
                </a:cxn>
                <a:cxn ang="0">
                  <a:pos x="T10" y="T11"/>
                </a:cxn>
              </a:cxnLst>
              <a:rect l="0" t="0" r="r" b="b"/>
              <a:pathLst>
                <a:path w="3752" h="903">
                  <a:moveTo>
                    <a:pt x="0" y="903"/>
                  </a:moveTo>
                  <a:cubicBezTo>
                    <a:pt x="3301" y="903"/>
                    <a:pt x="3301" y="903"/>
                    <a:pt x="3301" y="903"/>
                  </a:cubicBezTo>
                  <a:cubicBezTo>
                    <a:pt x="3550" y="903"/>
                    <a:pt x="3752" y="701"/>
                    <a:pt x="3752" y="452"/>
                  </a:cubicBezTo>
                  <a:cubicBezTo>
                    <a:pt x="3752" y="202"/>
                    <a:pt x="3550" y="0"/>
                    <a:pt x="3301" y="0"/>
                  </a:cubicBezTo>
                  <a:cubicBezTo>
                    <a:pt x="0" y="0"/>
                    <a:pt x="0" y="0"/>
                    <a:pt x="0" y="0"/>
                  </a:cubicBezTo>
                  <a:lnTo>
                    <a:pt x="0" y="90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 name="Shape">
              <a:extLst>
                <a:ext uri="{FF2B5EF4-FFF2-40B4-BE49-F238E27FC236}">
                  <a16:creationId xmlns:a16="http://schemas.microsoft.com/office/drawing/2014/main" id="{97AEBAEA-D717-4BDA-86A6-6A8FE3BEC177}"/>
                </a:ext>
              </a:extLst>
            </p:cNvPr>
            <p:cNvSpPr>
              <a:spLocks/>
            </p:cNvSpPr>
            <p:nvPr userDrawn="1"/>
          </p:nvSpPr>
          <p:spPr bwMode="auto">
            <a:xfrm>
              <a:off x="5563" y="2238"/>
              <a:ext cx="1991" cy="1392"/>
            </a:xfrm>
            <a:custGeom>
              <a:avLst/>
              <a:gdLst>
                <a:gd name="T0" fmla="*/ 464 w 1333"/>
                <a:gd name="T1" fmla="*/ 903 h 929"/>
                <a:gd name="T2" fmla="*/ 25 w 1333"/>
                <a:gd name="T3" fmla="*/ 464 h 929"/>
                <a:gd name="T4" fmla="*/ 464 w 1333"/>
                <a:gd name="T5" fmla="*/ 26 h 929"/>
                <a:gd name="T6" fmla="*/ 1333 w 1333"/>
                <a:gd name="T7" fmla="*/ 26 h 929"/>
                <a:gd name="T8" fmla="*/ 1333 w 1333"/>
                <a:gd name="T9" fmla="*/ 0 h 929"/>
                <a:gd name="T10" fmla="*/ 464 w 1333"/>
                <a:gd name="T11" fmla="*/ 0 h 929"/>
                <a:gd name="T12" fmla="*/ 0 w 1333"/>
                <a:gd name="T13" fmla="*/ 464 h 929"/>
                <a:gd name="T14" fmla="*/ 464 w 1333"/>
                <a:gd name="T15" fmla="*/ 929 h 929"/>
                <a:gd name="T16" fmla="*/ 1333 w 1333"/>
                <a:gd name="T17" fmla="*/ 929 h 929"/>
                <a:gd name="T18" fmla="*/ 1333 w 1333"/>
                <a:gd name="T19" fmla="*/ 903 h 929"/>
                <a:gd name="T20" fmla="*/ 464 w 1333"/>
                <a:gd name="T21" fmla="*/ 903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3" h="929">
                  <a:moveTo>
                    <a:pt x="464" y="903"/>
                  </a:moveTo>
                  <a:cubicBezTo>
                    <a:pt x="222" y="903"/>
                    <a:pt x="25" y="706"/>
                    <a:pt x="25" y="464"/>
                  </a:cubicBezTo>
                  <a:cubicBezTo>
                    <a:pt x="25" y="223"/>
                    <a:pt x="222" y="26"/>
                    <a:pt x="464" y="26"/>
                  </a:cubicBezTo>
                  <a:cubicBezTo>
                    <a:pt x="1333" y="26"/>
                    <a:pt x="1333" y="26"/>
                    <a:pt x="1333" y="26"/>
                  </a:cubicBezTo>
                  <a:cubicBezTo>
                    <a:pt x="1333" y="0"/>
                    <a:pt x="1333" y="0"/>
                    <a:pt x="1333" y="0"/>
                  </a:cubicBezTo>
                  <a:cubicBezTo>
                    <a:pt x="464" y="0"/>
                    <a:pt x="464" y="0"/>
                    <a:pt x="464" y="0"/>
                  </a:cubicBezTo>
                  <a:cubicBezTo>
                    <a:pt x="208" y="0"/>
                    <a:pt x="0" y="209"/>
                    <a:pt x="0" y="464"/>
                  </a:cubicBezTo>
                  <a:cubicBezTo>
                    <a:pt x="0" y="720"/>
                    <a:pt x="208" y="929"/>
                    <a:pt x="464" y="929"/>
                  </a:cubicBezTo>
                  <a:cubicBezTo>
                    <a:pt x="1333" y="929"/>
                    <a:pt x="1333" y="929"/>
                    <a:pt x="1333" y="929"/>
                  </a:cubicBezTo>
                  <a:cubicBezTo>
                    <a:pt x="1333" y="903"/>
                    <a:pt x="1333" y="903"/>
                    <a:pt x="1333" y="903"/>
                  </a:cubicBezTo>
                  <a:lnTo>
                    <a:pt x="464" y="903"/>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 name="Title"/>
          <p:cNvSpPr>
            <a:spLocks noGrp="1"/>
          </p:cNvSpPr>
          <p:nvPr>
            <p:ph type="ctrTitle" hasCustomPrompt="1"/>
          </p:nvPr>
        </p:nvSpPr>
        <p:spPr>
          <a:xfrm>
            <a:off x="843108" y="1830360"/>
            <a:ext cx="5760000" cy="1476000"/>
          </a:xfrm>
        </p:spPr>
        <p:txBody>
          <a:bodyPr anchor="t"/>
          <a:lstStyle>
            <a:lvl1pPr marL="432000" indent="-432000" algn="l">
              <a:lnSpc>
                <a:spcPct val="100000"/>
              </a:lnSpc>
              <a:buClr>
                <a:schemeClr val="tx1"/>
              </a:buClr>
              <a:buSzPct val="75000"/>
              <a:buFont typeface="Wingdings 3" panose="05040102010807070707" pitchFamily="18" charset="2"/>
              <a:buChar char=""/>
              <a:defRPr sz="29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288586" y="3912224"/>
            <a:ext cx="5314521" cy="720000"/>
          </a:xfrm>
        </p:spPr>
        <p:txBody>
          <a:bodyPr/>
          <a:lstStyle>
            <a:lvl1pPr marL="0" indent="0" algn="l">
              <a:buNone/>
              <a:defRPr sz="25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46907" y="1996356"/>
            <a:ext cx="1297473" cy="1295561"/>
          </a:xfrm>
          <a:prstGeom prst="rect">
            <a:avLst/>
          </a:prstGeom>
        </p:spPr>
      </p:pic>
      <p:sp>
        <p:nvSpPr>
          <p:cNvPr id="12" name="Footer/CRICOS">
            <a:extLst>
              <a:ext uri="{FF2B5EF4-FFF2-40B4-BE49-F238E27FC236}">
                <a16:creationId xmlns:a16="http://schemas.microsoft.com/office/drawing/2014/main" id="{5F2F645A-B1A3-4FA5-AF08-92FA0046358A}"/>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582264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G">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aphics">
            <a:extLst>
              <a:ext uri="{FF2B5EF4-FFF2-40B4-BE49-F238E27FC236}">
                <a16:creationId xmlns:a16="http://schemas.microsoft.com/office/drawing/2014/main" id="{929F119A-7FFC-4C3F-A991-26611C1EFB6D}"/>
              </a:ext>
              <a:ext uri="{C183D7F6-B498-43B3-948B-1728B52AA6E4}">
                <adec:decorative xmlns:adec="http://schemas.microsoft.com/office/drawing/2017/decorative" val="1"/>
              </a:ext>
            </a:extLst>
          </p:cNvPr>
          <p:cNvGrpSpPr>
            <a:grpSpLocks noChangeAspect="1"/>
          </p:cNvGrpSpPr>
          <p:nvPr userDrawn="1"/>
        </p:nvGrpSpPr>
        <p:grpSpPr bwMode="auto">
          <a:xfrm>
            <a:off x="3175" y="1082675"/>
            <a:ext cx="12188825" cy="5775325"/>
            <a:chOff x="2" y="340"/>
            <a:chExt cx="7678" cy="3638"/>
          </a:xfrm>
        </p:grpSpPr>
        <p:sp>
          <p:nvSpPr>
            <p:cNvPr id="8" name="Shape">
              <a:extLst>
                <a:ext uri="{FF2B5EF4-FFF2-40B4-BE49-F238E27FC236}">
                  <a16:creationId xmlns:a16="http://schemas.microsoft.com/office/drawing/2014/main" id="{000E5604-9B0C-4FC6-A211-17036A81FE78}"/>
                </a:ext>
              </a:extLst>
            </p:cNvPr>
            <p:cNvSpPr>
              <a:spLocks/>
            </p:cNvSpPr>
            <p:nvPr userDrawn="1"/>
          </p:nvSpPr>
          <p:spPr bwMode="auto">
            <a:xfrm>
              <a:off x="2" y="340"/>
              <a:ext cx="4695" cy="1557"/>
            </a:xfrm>
            <a:custGeom>
              <a:avLst/>
              <a:gdLst>
                <a:gd name="T0" fmla="*/ 3131 w 3131"/>
                <a:gd name="T1" fmla="*/ 519 h 1038"/>
                <a:gd name="T2" fmla="*/ 2612 w 3131"/>
                <a:gd name="T3" fmla="*/ 0 h 1038"/>
                <a:gd name="T4" fmla="*/ 0 w 3131"/>
                <a:gd name="T5" fmla="*/ 0 h 1038"/>
                <a:gd name="T6" fmla="*/ 0 w 3131"/>
                <a:gd name="T7" fmla="*/ 1038 h 1038"/>
                <a:gd name="T8" fmla="*/ 2612 w 3131"/>
                <a:gd name="T9" fmla="*/ 1038 h 1038"/>
                <a:gd name="T10" fmla="*/ 3131 w 3131"/>
                <a:gd name="T11" fmla="*/ 519 h 1038"/>
              </a:gdLst>
              <a:ahLst/>
              <a:cxnLst>
                <a:cxn ang="0">
                  <a:pos x="T0" y="T1"/>
                </a:cxn>
                <a:cxn ang="0">
                  <a:pos x="T2" y="T3"/>
                </a:cxn>
                <a:cxn ang="0">
                  <a:pos x="T4" y="T5"/>
                </a:cxn>
                <a:cxn ang="0">
                  <a:pos x="T6" y="T7"/>
                </a:cxn>
                <a:cxn ang="0">
                  <a:pos x="T8" y="T9"/>
                </a:cxn>
                <a:cxn ang="0">
                  <a:pos x="T10" y="T11"/>
                </a:cxn>
              </a:cxnLst>
              <a:rect l="0" t="0" r="r" b="b"/>
              <a:pathLst>
                <a:path w="3131" h="1038">
                  <a:moveTo>
                    <a:pt x="3131" y="519"/>
                  </a:moveTo>
                  <a:cubicBezTo>
                    <a:pt x="3131" y="232"/>
                    <a:pt x="2898" y="0"/>
                    <a:pt x="2612" y="0"/>
                  </a:cubicBezTo>
                  <a:cubicBezTo>
                    <a:pt x="0" y="0"/>
                    <a:pt x="0" y="0"/>
                    <a:pt x="0" y="0"/>
                  </a:cubicBezTo>
                  <a:cubicBezTo>
                    <a:pt x="0" y="1038"/>
                    <a:pt x="0" y="1038"/>
                    <a:pt x="0" y="1038"/>
                  </a:cubicBezTo>
                  <a:cubicBezTo>
                    <a:pt x="2612" y="1038"/>
                    <a:pt x="2612" y="1038"/>
                    <a:pt x="2612" y="1038"/>
                  </a:cubicBezTo>
                  <a:cubicBezTo>
                    <a:pt x="2898" y="1038"/>
                    <a:pt x="3131" y="806"/>
                    <a:pt x="3131" y="5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 name="Shape">
              <a:extLst>
                <a:ext uri="{FF2B5EF4-FFF2-40B4-BE49-F238E27FC236}">
                  <a16:creationId xmlns:a16="http://schemas.microsoft.com/office/drawing/2014/main" id="{D3FB0516-3943-45A1-8C1B-02D58219FE2F}"/>
                </a:ext>
              </a:extLst>
            </p:cNvPr>
            <p:cNvSpPr>
              <a:spLocks/>
            </p:cNvSpPr>
            <p:nvPr userDrawn="1"/>
          </p:nvSpPr>
          <p:spPr bwMode="auto">
            <a:xfrm>
              <a:off x="4712" y="3328"/>
              <a:ext cx="2968" cy="650"/>
            </a:xfrm>
            <a:custGeom>
              <a:avLst/>
              <a:gdLst>
                <a:gd name="T0" fmla="*/ 657 w 1979"/>
                <a:gd name="T1" fmla="*/ 20 h 433"/>
                <a:gd name="T2" fmla="*/ 1979 w 1979"/>
                <a:gd name="T3" fmla="*/ 20 h 433"/>
                <a:gd name="T4" fmla="*/ 1979 w 1979"/>
                <a:gd name="T5" fmla="*/ 0 h 433"/>
                <a:gd name="T6" fmla="*/ 657 w 1979"/>
                <a:gd name="T7" fmla="*/ 0 h 433"/>
                <a:gd name="T8" fmla="*/ 0 w 1979"/>
                <a:gd name="T9" fmla="*/ 433 h 433"/>
                <a:gd name="T10" fmla="*/ 23 w 1979"/>
                <a:gd name="T11" fmla="*/ 433 h 433"/>
                <a:gd name="T12" fmla="*/ 657 w 1979"/>
                <a:gd name="T13" fmla="*/ 20 h 433"/>
              </a:gdLst>
              <a:ahLst/>
              <a:cxnLst>
                <a:cxn ang="0">
                  <a:pos x="T0" y="T1"/>
                </a:cxn>
                <a:cxn ang="0">
                  <a:pos x="T2" y="T3"/>
                </a:cxn>
                <a:cxn ang="0">
                  <a:pos x="T4" y="T5"/>
                </a:cxn>
                <a:cxn ang="0">
                  <a:pos x="T6" y="T7"/>
                </a:cxn>
                <a:cxn ang="0">
                  <a:pos x="T8" y="T9"/>
                </a:cxn>
                <a:cxn ang="0">
                  <a:pos x="T10" y="T11"/>
                </a:cxn>
                <a:cxn ang="0">
                  <a:pos x="T12" y="T13"/>
                </a:cxn>
              </a:cxnLst>
              <a:rect l="0" t="0" r="r" b="b"/>
              <a:pathLst>
                <a:path w="1979" h="433">
                  <a:moveTo>
                    <a:pt x="657" y="20"/>
                  </a:moveTo>
                  <a:cubicBezTo>
                    <a:pt x="1979" y="20"/>
                    <a:pt x="1979" y="20"/>
                    <a:pt x="1979" y="20"/>
                  </a:cubicBezTo>
                  <a:cubicBezTo>
                    <a:pt x="1979" y="0"/>
                    <a:pt x="1979" y="0"/>
                    <a:pt x="1979" y="0"/>
                  </a:cubicBezTo>
                  <a:cubicBezTo>
                    <a:pt x="657" y="0"/>
                    <a:pt x="657" y="0"/>
                    <a:pt x="657" y="0"/>
                  </a:cubicBezTo>
                  <a:cubicBezTo>
                    <a:pt x="363" y="0"/>
                    <a:pt x="110" y="179"/>
                    <a:pt x="0" y="433"/>
                  </a:cubicBezTo>
                  <a:cubicBezTo>
                    <a:pt x="23" y="433"/>
                    <a:pt x="23" y="433"/>
                    <a:pt x="23" y="433"/>
                  </a:cubicBezTo>
                  <a:cubicBezTo>
                    <a:pt x="131" y="190"/>
                    <a:pt x="375" y="20"/>
                    <a:pt x="657" y="2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 name="Title"/>
          <p:cNvSpPr>
            <a:spLocks noGrp="1"/>
          </p:cNvSpPr>
          <p:nvPr>
            <p:ph type="ctrTitle" hasCustomPrompt="1"/>
          </p:nvPr>
        </p:nvSpPr>
        <p:spPr>
          <a:xfrm>
            <a:off x="947612" y="1464599"/>
            <a:ext cx="5760000" cy="1476000"/>
          </a:xfrm>
        </p:spPr>
        <p:txBody>
          <a:bodyPr anchor="t"/>
          <a:lstStyle>
            <a:lvl1pPr marL="432000" indent="-432000" algn="l">
              <a:lnSpc>
                <a:spcPct val="100000"/>
              </a:lnSpc>
              <a:buClr>
                <a:schemeClr val="tx1"/>
              </a:buClr>
              <a:buSzPct val="75000"/>
              <a:buFont typeface="Wingdings 3" panose="05040102010807070707" pitchFamily="18" charset="2"/>
              <a:buChar char=""/>
              <a:defRPr sz="29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373930" y="3741536"/>
            <a:ext cx="5314521" cy="72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57186" y="5310187"/>
            <a:ext cx="1033397" cy="1031875"/>
          </a:xfrm>
          <a:prstGeom prst="rect">
            <a:avLst/>
          </a:prstGeom>
        </p:spPr>
      </p:pic>
      <p:sp>
        <p:nvSpPr>
          <p:cNvPr id="10" name="Footer/CRICOS">
            <a:extLst>
              <a:ext uri="{FF2B5EF4-FFF2-40B4-BE49-F238E27FC236}">
                <a16:creationId xmlns:a16="http://schemas.microsoft.com/office/drawing/2014/main" id="{4D2692AD-C2F6-47D9-8C11-F3FBB19EA90E}"/>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0787142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H">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p:ph type="ctrTitle" hasCustomPrompt="1"/>
          </p:nvPr>
        </p:nvSpPr>
        <p:spPr>
          <a:xfrm>
            <a:off x="937386" y="1018344"/>
            <a:ext cx="3780000" cy="1440000"/>
          </a:xfrm>
        </p:spPr>
        <p:txBody>
          <a:bodyPr anchor="b"/>
          <a:lstStyle>
            <a:lvl1pPr algn="l">
              <a:lnSpc>
                <a:spcPct val="100000"/>
              </a:lnSpc>
              <a:defRPr sz="3600" b="0">
                <a:solidFill>
                  <a:schemeClr val="bg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937387" y="2668359"/>
            <a:ext cx="3780000" cy="72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10" name="Graphics">
            <a:extLst>
              <a:ext uri="{FF2B5EF4-FFF2-40B4-BE49-F238E27FC236}">
                <a16:creationId xmlns:a16="http://schemas.microsoft.com/office/drawing/2014/main" id="{7AD43B6E-DA14-4DE8-B4D6-CFBDD33C5480}"/>
              </a:ext>
              <a:ext uri="{C183D7F6-B498-43B3-948B-1728B52AA6E4}">
                <adec:decorative xmlns:adec="http://schemas.microsoft.com/office/drawing/2017/decorative" val="1"/>
              </a:ext>
            </a:extLst>
          </p:cNvPr>
          <p:cNvGrpSpPr>
            <a:grpSpLocks noChangeAspect="1"/>
          </p:cNvGrpSpPr>
          <p:nvPr userDrawn="1"/>
        </p:nvGrpSpPr>
        <p:grpSpPr bwMode="auto">
          <a:xfrm>
            <a:off x="4967287" y="0"/>
            <a:ext cx="7224713" cy="6858000"/>
            <a:chOff x="1566" y="1"/>
            <a:chExt cx="4551" cy="4320"/>
          </a:xfrm>
        </p:grpSpPr>
        <p:sp>
          <p:nvSpPr>
            <p:cNvPr id="12" name="Shape">
              <a:extLst>
                <a:ext uri="{FF2B5EF4-FFF2-40B4-BE49-F238E27FC236}">
                  <a16:creationId xmlns:a16="http://schemas.microsoft.com/office/drawing/2014/main" id="{EFB87DF5-BF6E-4FC5-8ADE-59638EE783C0}"/>
                </a:ext>
              </a:extLst>
            </p:cNvPr>
            <p:cNvSpPr>
              <a:spLocks/>
            </p:cNvSpPr>
            <p:nvPr userDrawn="1"/>
          </p:nvSpPr>
          <p:spPr bwMode="auto">
            <a:xfrm>
              <a:off x="3400" y="1"/>
              <a:ext cx="2717" cy="2895"/>
            </a:xfrm>
            <a:custGeom>
              <a:avLst/>
              <a:gdLst>
                <a:gd name="T0" fmla="*/ 2717 w 2717"/>
                <a:gd name="T1" fmla="*/ 1077 h 2895"/>
                <a:gd name="T2" fmla="*/ 2717 w 2717"/>
                <a:gd name="T3" fmla="*/ 0 h 2895"/>
                <a:gd name="T4" fmla="*/ 0 w 2717"/>
                <a:gd name="T5" fmla="*/ 0 h 2895"/>
                <a:gd name="T6" fmla="*/ 1662 w 2717"/>
                <a:gd name="T7" fmla="*/ 2895 h 2895"/>
                <a:gd name="T8" fmla="*/ 2717 w 2717"/>
                <a:gd name="T9" fmla="*/ 1077 h 2895"/>
              </a:gdLst>
              <a:ahLst/>
              <a:cxnLst>
                <a:cxn ang="0">
                  <a:pos x="T0" y="T1"/>
                </a:cxn>
                <a:cxn ang="0">
                  <a:pos x="T2" y="T3"/>
                </a:cxn>
                <a:cxn ang="0">
                  <a:pos x="T4" y="T5"/>
                </a:cxn>
                <a:cxn ang="0">
                  <a:pos x="T6" y="T7"/>
                </a:cxn>
                <a:cxn ang="0">
                  <a:pos x="T8" y="T9"/>
                </a:cxn>
              </a:cxnLst>
              <a:rect l="0" t="0" r="r" b="b"/>
              <a:pathLst>
                <a:path w="2717" h="2895">
                  <a:moveTo>
                    <a:pt x="2717" y="1077"/>
                  </a:moveTo>
                  <a:lnTo>
                    <a:pt x="2717" y="0"/>
                  </a:lnTo>
                  <a:lnTo>
                    <a:pt x="0" y="0"/>
                  </a:lnTo>
                  <a:lnTo>
                    <a:pt x="1662" y="2895"/>
                  </a:lnTo>
                  <a:lnTo>
                    <a:pt x="2717" y="1077"/>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BE081A41-F32F-4840-9C58-D1D074FFB4B0}"/>
                </a:ext>
              </a:extLst>
            </p:cNvPr>
            <p:cNvSpPr>
              <a:spLocks/>
            </p:cNvSpPr>
            <p:nvPr userDrawn="1"/>
          </p:nvSpPr>
          <p:spPr bwMode="auto">
            <a:xfrm>
              <a:off x="1566" y="745"/>
              <a:ext cx="4126" cy="3576"/>
            </a:xfrm>
            <a:custGeom>
              <a:avLst/>
              <a:gdLst>
                <a:gd name="T0" fmla="*/ 0 w 4126"/>
                <a:gd name="T1" fmla="*/ 3576 h 3576"/>
                <a:gd name="T2" fmla="*/ 4126 w 4126"/>
                <a:gd name="T3" fmla="*/ 3576 h 3576"/>
                <a:gd name="T4" fmla="*/ 2072 w 4126"/>
                <a:gd name="T5" fmla="*/ 0 h 3576"/>
                <a:gd name="T6" fmla="*/ 0 w 4126"/>
                <a:gd name="T7" fmla="*/ 3576 h 3576"/>
              </a:gdLst>
              <a:ahLst/>
              <a:cxnLst>
                <a:cxn ang="0">
                  <a:pos x="T0" y="T1"/>
                </a:cxn>
                <a:cxn ang="0">
                  <a:pos x="T2" y="T3"/>
                </a:cxn>
                <a:cxn ang="0">
                  <a:pos x="T4" y="T5"/>
                </a:cxn>
                <a:cxn ang="0">
                  <a:pos x="T6" y="T7"/>
                </a:cxn>
              </a:cxnLst>
              <a:rect l="0" t="0" r="r" b="b"/>
              <a:pathLst>
                <a:path w="4126" h="3576">
                  <a:moveTo>
                    <a:pt x="0" y="3576"/>
                  </a:moveTo>
                  <a:lnTo>
                    <a:pt x="4126" y="3576"/>
                  </a:lnTo>
                  <a:lnTo>
                    <a:pt x="2072" y="0"/>
                  </a:lnTo>
                  <a:lnTo>
                    <a:pt x="0" y="357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1" name="Picture Placeholder" descr="Image Placeholder">
            <a:extLst>
              <a:ext uri="{FF2B5EF4-FFF2-40B4-BE49-F238E27FC236}">
                <a16:creationId xmlns:a16="http://schemas.microsoft.com/office/drawing/2014/main" id="{E699E9AB-7135-45A1-99CC-0B512958C926}"/>
              </a:ext>
            </a:extLst>
          </p:cNvPr>
          <p:cNvSpPr>
            <a:spLocks noGrp="1"/>
          </p:cNvSpPr>
          <p:nvPr>
            <p:ph type="pic" sz="quarter" idx="17" hasCustomPrompt="1"/>
          </p:nvPr>
        </p:nvSpPr>
        <p:spPr>
          <a:xfrm>
            <a:off x="7878762" y="0"/>
            <a:ext cx="4313238" cy="4595813"/>
          </a:xfrm>
          <a:custGeom>
            <a:avLst/>
            <a:gdLst>
              <a:gd name="connsiteX0" fmla="*/ 0 w 4313238"/>
              <a:gd name="connsiteY0" fmla="*/ 0 h 4595813"/>
              <a:gd name="connsiteX1" fmla="*/ 4313238 w 4313238"/>
              <a:gd name="connsiteY1" fmla="*/ 0 h 4595813"/>
              <a:gd name="connsiteX2" fmla="*/ 4313238 w 4313238"/>
              <a:gd name="connsiteY2" fmla="*/ 1709738 h 4595813"/>
              <a:gd name="connsiteX3" fmla="*/ 2638425 w 4313238"/>
              <a:gd name="connsiteY3" fmla="*/ 4595813 h 4595813"/>
            </a:gdLst>
            <a:ahLst/>
            <a:cxnLst>
              <a:cxn ang="0">
                <a:pos x="connsiteX0" y="connsiteY0"/>
              </a:cxn>
              <a:cxn ang="0">
                <a:pos x="connsiteX1" y="connsiteY1"/>
              </a:cxn>
              <a:cxn ang="0">
                <a:pos x="connsiteX2" y="connsiteY2"/>
              </a:cxn>
              <a:cxn ang="0">
                <a:pos x="connsiteX3" y="connsiteY3"/>
              </a:cxn>
            </a:cxnLst>
            <a:rect l="l" t="t" r="r" b="b"/>
            <a:pathLst>
              <a:path w="4313238" h="4595813">
                <a:moveTo>
                  <a:pt x="0" y="0"/>
                </a:moveTo>
                <a:lnTo>
                  <a:pt x="4313238" y="0"/>
                </a:lnTo>
                <a:lnTo>
                  <a:pt x="4313238" y="1709738"/>
                </a:lnTo>
                <a:lnTo>
                  <a:pt x="2638425" y="4595813"/>
                </a:lnTo>
                <a:close/>
              </a:path>
            </a:pathLst>
          </a:custGeom>
          <a:solidFill>
            <a:schemeClr val="bg1">
              <a:lumMod val="75000"/>
            </a:schemeClr>
          </a:solidFill>
        </p:spPr>
        <p:txBody>
          <a:bodyPr wrap="square" lIns="144000" tIns="936000" rIns="144000" anchor="t" anchorCtr="0">
            <a:noAutofit/>
          </a:bodyPr>
          <a:lstStyle>
            <a:lvl1pPr algn="ctr">
              <a:defRPr sz="1400">
                <a:solidFill>
                  <a:schemeClr val="bg1"/>
                </a:solidFill>
              </a:defRPr>
            </a:lvl1pPr>
          </a:lstStyle>
          <a:p>
            <a:r>
              <a:rPr lang="en-AU" sz="1400" dirty="0"/>
              <a:t>Click Icon to Add Image</a:t>
            </a:r>
            <a:endParaRPr lang="en-AU"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1808" y="5177471"/>
            <a:ext cx="1033397" cy="1031875"/>
          </a:xfrm>
          <a:prstGeom prst="rect">
            <a:avLst/>
          </a:prstGeom>
        </p:spPr>
      </p:pic>
      <p:sp>
        <p:nvSpPr>
          <p:cNvPr id="4" name="Footer/CRICOS">
            <a:extLst>
              <a:ext uri="{FF2B5EF4-FFF2-40B4-BE49-F238E27FC236}">
                <a16:creationId xmlns:a16="http://schemas.microsoft.com/office/drawing/2014/main" id="{B7A94011-2B26-447A-8F86-F07851D30127}"/>
              </a:ext>
            </a:extLst>
          </p:cNvPr>
          <p:cNvSpPr>
            <a:spLocks noGrp="1"/>
          </p:cNvSpPr>
          <p:nvPr>
            <p:ph type="ftr" sz="quarter" idx="19"/>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3854526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I">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937386" y="1018344"/>
            <a:ext cx="3780000" cy="1440000"/>
          </a:xfrm>
        </p:spPr>
        <p:txBody>
          <a:bodyPr anchor="b"/>
          <a:lstStyle>
            <a:lvl1pPr algn="l">
              <a:lnSpc>
                <a:spcPct val="100000"/>
              </a:lnSpc>
              <a:defRPr sz="3600" b="0">
                <a:solidFill>
                  <a:schemeClr val="tx1"/>
                </a:solidFill>
              </a:defRPr>
            </a:lvl1pPr>
          </a:lstStyle>
          <a:p>
            <a:r>
              <a:rPr lang="en-US" dirty="0"/>
              <a:t>Click to add title</a:t>
            </a:r>
            <a:endParaRPr lang="en-GB" dirty="0"/>
          </a:p>
        </p:txBody>
      </p:sp>
      <p:sp>
        <p:nvSpPr>
          <p:cNvPr id="3" name="Subtitle"/>
          <p:cNvSpPr>
            <a:spLocks noGrp="1"/>
          </p:cNvSpPr>
          <p:nvPr userDrawn="1">
            <p:ph type="subTitle" idx="1" hasCustomPrompt="1"/>
          </p:nvPr>
        </p:nvSpPr>
        <p:spPr>
          <a:xfrm>
            <a:off x="937387" y="2668359"/>
            <a:ext cx="3780000" cy="720000"/>
          </a:xfrm>
        </p:spPr>
        <p:txBody>
          <a:bodyPr/>
          <a:lstStyle>
            <a:lvl1pPr marL="0" indent="0" algn="l">
              <a:buNone/>
              <a:defRPr sz="2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12" name="Graphic">
            <a:extLst>
              <a:ext uri="{FF2B5EF4-FFF2-40B4-BE49-F238E27FC236}">
                <a16:creationId xmlns:a16="http://schemas.microsoft.com/office/drawing/2014/main" id="{EFB87DF5-BF6E-4FC5-8ADE-59638EE783C0}"/>
              </a:ext>
              <a:ext uri="{C183D7F6-B498-43B3-948B-1728B52AA6E4}">
                <adec:decorative xmlns:adec="http://schemas.microsoft.com/office/drawing/2017/decorative" val="1"/>
              </a:ext>
            </a:extLst>
          </p:cNvPr>
          <p:cNvSpPr>
            <a:spLocks/>
          </p:cNvSpPr>
          <p:nvPr userDrawn="1"/>
        </p:nvSpPr>
        <p:spPr bwMode="auto">
          <a:xfrm>
            <a:off x="7878762" y="0"/>
            <a:ext cx="4313238" cy="4595813"/>
          </a:xfrm>
          <a:custGeom>
            <a:avLst/>
            <a:gdLst>
              <a:gd name="T0" fmla="*/ 2717 w 2717"/>
              <a:gd name="T1" fmla="*/ 1077 h 2895"/>
              <a:gd name="T2" fmla="*/ 2717 w 2717"/>
              <a:gd name="T3" fmla="*/ 0 h 2895"/>
              <a:gd name="T4" fmla="*/ 0 w 2717"/>
              <a:gd name="T5" fmla="*/ 0 h 2895"/>
              <a:gd name="T6" fmla="*/ 1662 w 2717"/>
              <a:gd name="T7" fmla="*/ 2895 h 2895"/>
              <a:gd name="T8" fmla="*/ 2717 w 2717"/>
              <a:gd name="T9" fmla="*/ 1077 h 2895"/>
            </a:gdLst>
            <a:ahLst/>
            <a:cxnLst>
              <a:cxn ang="0">
                <a:pos x="T0" y="T1"/>
              </a:cxn>
              <a:cxn ang="0">
                <a:pos x="T2" y="T3"/>
              </a:cxn>
              <a:cxn ang="0">
                <a:pos x="T4" y="T5"/>
              </a:cxn>
              <a:cxn ang="0">
                <a:pos x="T6" y="T7"/>
              </a:cxn>
              <a:cxn ang="0">
                <a:pos x="T8" y="T9"/>
              </a:cxn>
            </a:cxnLst>
            <a:rect l="0" t="0" r="r" b="b"/>
            <a:pathLst>
              <a:path w="2717" h="2895">
                <a:moveTo>
                  <a:pt x="2717" y="1077"/>
                </a:moveTo>
                <a:lnTo>
                  <a:pt x="2717" y="0"/>
                </a:lnTo>
                <a:lnTo>
                  <a:pt x="0" y="0"/>
                </a:lnTo>
                <a:lnTo>
                  <a:pt x="1662" y="2895"/>
                </a:lnTo>
                <a:lnTo>
                  <a:pt x="2717" y="107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11" name="Picture Placeholder" descr="Image Placeholder">
            <a:extLst>
              <a:ext uri="{FF2B5EF4-FFF2-40B4-BE49-F238E27FC236}">
                <a16:creationId xmlns:a16="http://schemas.microsoft.com/office/drawing/2014/main" id="{DBCB57CA-4EDC-4387-B4F2-EDA27367C34E}"/>
              </a:ext>
            </a:extLst>
          </p:cNvPr>
          <p:cNvSpPr>
            <a:spLocks noGrp="1"/>
          </p:cNvSpPr>
          <p:nvPr userDrawn="1">
            <p:ph type="pic" sz="quarter" idx="17" hasCustomPrompt="1"/>
          </p:nvPr>
        </p:nvSpPr>
        <p:spPr>
          <a:xfrm>
            <a:off x="4967287" y="1181099"/>
            <a:ext cx="6550025" cy="5676900"/>
          </a:xfrm>
          <a:custGeom>
            <a:avLst/>
            <a:gdLst>
              <a:gd name="connsiteX0" fmla="*/ 3289300 w 6550025"/>
              <a:gd name="connsiteY0" fmla="*/ 0 h 5676900"/>
              <a:gd name="connsiteX1" fmla="*/ 6550025 w 6550025"/>
              <a:gd name="connsiteY1" fmla="*/ 5676900 h 5676900"/>
              <a:gd name="connsiteX2" fmla="*/ 4006786 w 6550025"/>
              <a:gd name="connsiteY2" fmla="*/ 5676900 h 5676900"/>
              <a:gd name="connsiteX3" fmla="*/ 0 w 6550025"/>
              <a:gd name="connsiteY3" fmla="*/ 5676900 h 5676900"/>
            </a:gdLst>
            <a:ahLst/>
            <a:cxnLst>
              <a:cxn ang="0">
                <a:pos x="connsiteX0" y="connsiteY0"/>
              </a:cxn>
              <a:cxn ang="0">
                <a:pos x="connsiteX1" y="connsiteY1"/>
              </a:cxn>
              <a:cxn ang="0">
                <a:pos x="connsiteX2" y="connsiteY2"/>
              </a:cxn>
              <a:cxn ang="0">
                <a:pos x="connsiteX3" y="connsiteY3"/>
              </a:cxn>
            </a:cxnLst>
            <a:rect l="l" t="t" r="r" b="b"/>
            <a:pathLst>
              <a:path w="6550025" h="5676900">
                <a:moveTo>
                  <a:pt x="3289300" y="0"/>
                </a:moveTo>
                <a:lnTo>
                  <a:pt x="6550025" y="5676900"/>
                </a:lnTo>
                <a:lnTo>
                  <a:pt x="4006786" y="5676900"/>
                </a:lnTo>
                <a:lnTo>
                  <a:pt x="0" y="5676900"/>
                </a:lnTo>
                <a:close/>
              </a:path>
            </a:pathLst>
          </a:custGeom>
          <a:solidFill>
            <a:schemeClr val="bg1">
              <a:lumMod val="75000"/>
            </a:schemeClr>
          </a:solidFill>
        </p:spPr>
        <p:txBody>
          <a:bodyPr wrap="square" lIns="144000" tIns="144000" bIns="144000" anchor="ctr" anchorCtr="0">
            <a:noAutofit/>
          </a:bodyPr>
          <a:lstStyle>
            <a:lvl1pPr algn="ctr">
              <a:defRPr sz="1400">
                <a:solidFill>
                  <a:schemeClr val="bg1"/>
                </a:solidFill>
              </a:defRPr>
            </a:lvl1pPr>
          </a:lstStyle>
          <a:p>
            <a:r>
              <a:rPr lang="en-AU" sz="1400" dirty="0"/>
              <a:t>Click Icon to Add Image</a:t>
            </a:r>
            <a:endParaRPr lang="en-AU" dirty="0"/>
          </a:p>
        </p:txBody>
      </p:sp>
      <p:grpSp>
        <p:nvGrpSpPr>
          <p:cNvPr id="2" name="Deakin Logo" descr="Deakin Logo">
            <a:extLst>
              <a:ext uri="{FF2B5EF4-FFF2-40B4-BE49-F238E27FC236}">
                <a16:creationId xmlns:a16="http://schemas.microsoft.com/office/drawing/2014/main" id="{108774B0-0EA5-4146-9B6A-0F25CF504C6B}"/>
              </a:ext>
            </a:extLst>
          </p:cNvPr>
          <p:cNvGrpSpPr/>
          <p:nvPr userDrawn="1"/>
        </p:nvGrpSpPr>
        <p:grpSpPr>
          <a:xfrm>
            <a:off x="491808" y="5177471"/>
            <a:ext cx="1033397" cy="1033200"/>
            <a:chOff x="491808" y="5177471"/>
            <a:chExt cx="1033397" cy="1033200"/>
          </a:xfrm>
        </p:grpSpPr>
        <p:pic>
          <p:nvPicPr>
            <p:cNvPr id="14" name="Logo" descr="Deakin University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1808" y="5178134"/>
              <a:ext cx="1033397" cy="1031875"/>
            </a:xfrm>
            <a:prstGeom prst="rect">
              <a:avLst/>
            </a:prstGeom>
          </p:spPr>
        </p:pic>
        <p:sp>
          <p:nvSpPr>
            <p:cNvPr id="5" name="Logo" descr="Deakin University Logo">
              <a:extLst>
                <a:ext uri="{FF2B5EF4-FFF2-40B4-BE49-F238E27FC236}">
                  <a16:creationId xmlns:a16="http://schemas.microsoft.com/office/drawing/2014/main" id="{62EB28F1-DDC6-49D5-83F2-4BEB75D9A7B5}"/>
                </a:ext>
              </a:extLst>
            </p:cNvPr>
            <p:cNvSpPr>
              <a:spLocks noChangeAspect="1"/>
            </p:cNvSpPr>
            <p:nvPr userDrawn="1"/>
          </p:nvSpPr>
          <p:spPr>
            <a:xfrm>
              <a:off x="491906" y="5177471"/>
              <a:ext cx="1033200" cy="1033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Slide Number">
            <a:extLst>
              <a:ext uri="{FF2B5EF4-FFF2-40B4-BE49-F238E27FC236}">
                <a16:creationId xmlns:a16="http://schemas.microsoft.com/office/drawing/2014/main" id="{0C784A1E-8343-42C5-B0FD-AF21FA3C8012}"/>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E72A3CFB-4CB8-4D6C-97CA-95E6B1DA015D}"/>
              </a:ext>
            </a:extLst>
          </p:cNvPr>
          <p:cNvSpPr>
            <a:spLocks noGrp="1"/>
          </p:cNvSpPr>
          <p:nvPr>
            <p:ph type="dt" sz="half" idx="18"/>
          </p:nvPr>
        </p:nvSpPr>
        <p:spPr/>
        <p:txBody>
          <a:bodyPr/>
          <a:lstStyle/>
          <a:p>
            <a:endParaRPr lang="en-GB" dirty="0"/>
          </a:p>
        </p:txBody>
      </p:sp>
      <p:sp>
        <p:nvSpPr>
          <p:cNvPr id="8" name="Footer/CRICOS">
            <a:extLst>
              <a:ext uri="{FF2B5EF4-FFF2-40B4-BE49-F238E27FC236}">
                <a16:creationId xmlns:a16="http://schemas.microsoft.com/office/drawing/2014/main" id="{98BA5DCB-4172-4A7E-BD03-B5B5DE4137DD}"/>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9422717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Break A">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1539675" y="1388347"/>
            <a:ext cx="4284000" cy="1440000"/>
          </a:xfrm>
        </p:spPr>
        <p:txBody>
          <a:bodyPr anchor="t"/>
          <a:lstStyle>
            <a:lvl1pPr algn="l">
              <a:lnSpc>
                <a:spcPct val="100000"/>
              </a:lnSpc>
              <a:defRPr sz="2800" b="0">
                <a:solidFill>
                  <a:schemeClr val="tx1"/>
                </a:solidFill>
              </a:defRPr>
            </a:lvl1pPr>
          </a:lstStyle>
          <a:p>
            <a:r>
              <a:rPr lang="en-US" dirty="0"/>
              <a:t>Section break heading</a:t>
            </a:r>
            <a:endParaRPr lang="en-GB" dirty="0"/>
          </a:p>
        </p:txBody>
      </p:sp>
      <p:pic>
        <p:nvPicPr>
          <p:cNvPr id="6" name="Graphic">
            <a:extLst>
              <a:ext uri="{FF2B5EF4-FFF2-40B4-BE49-F238E27FC236}">
                <a16:creationId xmlns:a16="http://schemas.microsoft.com/office/drawing/2014/main" id="{0D830547-121B-4927-BA40-33443559DD5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49071" y="748014"/>
            <a:ext cx="6524625" cy="4343400"/>
          </a:xfrm>
          <a:prstGeom prst="rect">
            <a:avLst/>
          </a:prstGeom>
        </p:spPr>
      </p:pic>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296277" y="3726415"/>
            <a:ext cx="1177419" cy="1175685"/>
          </a:xfrm>
          <a:prstGeom prst="rect">
            <a:avLst/>
          </a:prstGeom>
        </p:spPr>
      </p:pic>
      <p:sp>
        <p:nvSpPr>
          <p:cNvPr id="7" name="Footer/CRICOS">
            <a:extLst>
              <a:ext uri="{FF2B5EF4-FFF2-40B4-BE49-F238E27FC236}">
                <a16:creationId xmlns:a16="http://schemas.microsoft.com/office/drawing/2014/main" id="{BDF2D210-E1F9-4FD6-9A0A-9C12F64DBB93}"/>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tx1"/>
                </a:solidFill>
              </a:defRPr>
            </a:lvl1pPr>
          </a:lstStyle>
          <a:p>
            <a:pPr algn="r"/>
            <a:r>
              <a:rPr lang="en-AU"/>
              <a:t>Deakin University CRICOS Provider Code: 00113B</a:t>
            </a:r>
            <a:endParaRPr lang="en-GB" dirty="0"/>
          </a:p>
        </p:txBody>
      </p:sp>
    </p:spTree>
    <p:extLst>
      <p:ext uri="{BB962C8B-B14F-4D97-AF65-F5344CB8AC3E}">
        <p14:creationId xmlns:p14="http://schemas.microsoft.com/office/powerpoint/2010/main" val="2855040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Break B">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795093" y="1244654"/>
            <a:ext cx="4284000" cy="1440000"/>
          </a:xfrm>
        </p:spPr>
        <p:txBody>
          <a:bodyPr anchor="t"/>
          <a:lstStyle>
            <a:lvl1pPr algn="l">
              <a:lnSpc>
                <a:spcPct val="100000"/>
              </a:lnSpc>
              <a:defRPr sz="2800" b="0">
                <a:solidFill>
                  <a:schemeClr val="tx1"/>
                </a:solidFill>
              </a:defRPr>
            </a:lvl1pPr>
          </a:lstStyle>
          <a:p>
            <a:r>
              <a:rPr lang="en-US" dirty="0"/>
              <a:t>Section break heading</a:t>
            </a:r>
            <a:endParaRPr lang="en-GB" dirty="0"/>
          </a:p>
        </p:txBody>
      </p:sp>
      <p:pic>
        <p:nvPicPr>
          <p:cNvPr id="4" name="Graphic">
            <a:extLst>
              <a:ext uri="{FF2B5EF4-FFF2-40B4-BE49-F238E27FC236}">
                <a16:creationId xmlns:a16="http://schemas.microsoft.com/office/drawing/2014/main" id="{537A22D8-A6D3-40C1-BC13-C19EA24C338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345916" y="0"/>
            <a:ext cx="7685813" cy="6858000"/>
          </a:xfrm>
          <a:prstGeom prst="rect">
            <a:avLst/>
          </a:prstGeom>
        </p:spPr>
      </p:pic>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668665" y="5268541"/>
            <a:ext cx="1177419" cy="1175685"/>
          </a:xfrm>
          <a:prstGeom prst="rect">
            <a:avLst/>
          </a:prstGeom>
        </p:spPr>
      </p:pic>
      <p:sp>
        <p:nvSpPr>
          <p:cNvPr id="7" name="Footer/CRICOS">
            <a:extLst>
              <a:ext uri="{FF2B5EF4-FFF2-40B4-BE49-F238E27FC236}">
                <a16:creationId xmlns:a16="http://schemas.microsoft.com/office/drawing/2014/main" id="{65813DF2-1313-4E0F-A2E8-9C2A244FEBA2}"/>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tx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42268773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Break C">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912660" y="1244654"/>
            <a:ext cx="4284000" cy="1944000"/>
          </a:xfrm>
        </p:spPr>
        <p:txBody>
          <a:bodyPr anchor="t"/>
          <a:lstStyle>
            <a:lvl1pPr algn="l">
              <a:lnSpc>
                <a:spcPct val="100000"/>
              </a:lnSpc>
              <a:defRPr sz="3600" b="0">
                <a:solidFill>
                  <a:schemeClr val="bg1"/>
                </a:solidFill>
              </a:defRPr>
            </a:lvl1pPr>
          </a:lstStyle>
          <a:p>
            <a:r>
              <a:rPr lang="en-US" dirty="0"/>
              <a:t>Section break heading</a:t>
            </a:r>
            <a:endParaRPr lang="en-GB" dirty="0"/>
          </a:p>
        </p:txBody>
      </p:sp>
      <p:grpSp>
        <p:nvGrpSpPr>
          <p:cNvPr id="6" name="Graphic">
            <a:extLst>
              <a:ext uri="{FF2B5EF4-FFF2-40B4-BE49-F238E27FC236}">
                <a16:creationId xmlns:a16="http://schemas.microsoft.com/office/drawing/2014/main" id="{C8F76553-1AF4-4347-8488-C1B561E66EF2}"/>
              </a:ext>
              <a:ext uri="{C183D7F6-B498-43B3-948B-1728B52AA6E4}">
                <adec:decorative xmlns:adec="http://schemas.microsoft.com/office/drawing/2017/decorative" val="1"/>
              </a:ext>
            </a:extLst>
          </p:cNvPr>
          <p:cNvGrpSpPr>
            <a:grpSpLocks noChangeAspect="1"/>
          </p:cNvGrpSpPr>
          <p:nvPr userDrawn="1"/>
        </p:nvGrpSpPr>
        <p:grpSpPr bwMode="auto">
          <a:xfrm>
            <a:off x="1363662" y="-3175"/>
            <a:ext cx="10828338" cy="6861175"/>
            <a:chOff x="431" y="-1"/>
            <a:chExt cx="6821" cy="4322"/>
          </a:xfrm>
        </p:grpSpPr>
        <p:sp>
          <p:nvSpPr>
            <p:cNvPr id="8" name="Shape">
              <a:extLst>
                <a:ext uri="{FF2B5EF4-FFF2-40B4-BE49-F238E27FC236}">
                  <a16:creationId xmlns:a16="http://schemas.microsoft.com/office/drawing/2014/main" id="{D43CDD48-B735-4C35-963D-0D51CBDE74F4}"/>
                </a:ext>
              </a:extLst>
            </p:cNvPr>
            <p:cNvSpPr>
              <a:spLocks/>
            </p:cNvSpPr>
            <p:nvPr userDrawn="1"/>
          </p:nvSpPr>
          <p:spPr bwMode="auto">
            <a:xfrm>
              <a:off x="431" y="-1"/>
              <a:ext cx="5142" cy="4322"/>
            </a:xfrm>
            <a:custGeom>
              <a:avLst/>
              <a:gdLst>
                <a:gd name="T0" fmla="*/ 5142 w 5142"/>
                <a:gd name="T1" fmla="*/ 1411 h 4322"/>
                <a:gd name="T2" fmla="*/ 2707 w 5142"/>
                <a:gd name="T3" fmla="*/ 0 h 4322"/>
                <a:gd name="T4" fmla="*/ 2635 w 5142"/>
                <a:gd name="T5" fmla="*/ 0 h 4322"/>
                <a:gd name="T6" fmla="*/ 5070 w 5142"/>
                <a:gd name="T7" fmla="*/ 1411 h 4322"/>
                <a:gd name="T8" fmla="*/ 0 w 5142"/>
                <a:gd name="T9" fmla="*/ 4322 h 4322"/>
                <a:gd name="T10" fmla="*/ 73 w 5142"/>
                <a:gd name="T11" fmla="*/ 4322 h 4322"/>
                <a:gd name="T12" fmla="*/ 5115 w 5142"/>
                <a:gd name="T13" fmla="*/ 1426 h 4322"/>
                <a:gd name="T14" fmla="*/ 5142 w 5142"/>
                <a:gd name="T15" fmla="*/ 1411 h 43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2" h="4322">
                  <a:moveTo>
                    <a:pt x="5142" y="1411"/>
                  </a:moveTo>
                  <a:lnTo>
                    <a:pt x="2707" y="0"/>
                  </a:lnTo>
                  <a:lnTo>
                    <a:pt x="2635" y="0"/>
                  </a:lnTo>
                  <a:lnTo>
                    <a:pt x="5070" y="1411"/>
                  </a:lnTo>
                  <a:lnTo>
                    <a:pt x="0" y="4322"/>
                  </a:lnTo>
                  <a:lnTo>
                    <a:pt x="73" y="4322"/>
                  </a:lnTo>
                  <a:lnTo>
                    <a:pt x="5115" y="1426"/>
                  </a:lnTo>
                  <a:lnTo>
                    <a:pt x="5142" y="14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 name="Shape">
              <a:extLst>
                <a:ext uri="{FF2B5EF4-FFF2-40B4-BE49-F238E27FC236}">
                  <a16:creationId xmlns:a16="http://schemas.microsoft.com/office/drawing/2014/main" id="{4D92C4ED-F902-469C-8F68-6CF9C5D9F1B0}"/>
                </a:ext>
              </a:extLst>
            </p:cNvPr>
            <p:cNvSpPr>
              <a:spLocks/>
            </p:cNvSpPr>
            <p:nvPr userDrawn="1"/>
          </p:nvSpPr>
          <p:spPr bwMode="auto">
            <a:xfrm>
              <a:off x="4147" y="-1"/>
              <a:ext cx="3105" cy="2106"/>
            </a:xfrm>
            <a:custGeom>
              <a:avLst/>
              <a:gdLst>
                <a:gd name="T0" fmla="*/ 72 w 3105"/>
                <a:gd name="T1" fmla="*/ 306 h 2106"/>
                <a:gd name="T2" fmla="*/ 603 w 3105"/>
                <a:gd name="T3" fmla="*/ 0 h 2106"/>
                <a:gd name="T4" fmla="*/ 531 w 3105"/>
                <a:gd name="T5" fmla="*/ 0 h 2106"/>
                <a:gd name="T6" fmla="*/ 27 w 3105"/>
                <a:gd name="T7" fmla="*/ 291 h 2106"/>
                <a:gd name="T8" fmla="*/ 0 w 3105"/>
                <a:gd name="T9" fmla="*/ 306 h 2106"/>
                <a:gd name="T10" fmla="*/ 3105 w 3105"/>
                <a:gd name="T11" fmla="*/ 2106 h 2106"/>
                <a:gd name="T12" fmla="*/ 3105 w 3105"/>
                <a:gd name="T13" fmla="*/ 2064 h 2106"/>
                <a:gd name="T14" fmla="*/ 72 w 3105"/>
                <a:gd name="T15" fmla="*/ 306 h 2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05" h="2106">
                  <a:moveTo>
                    <a:pt x="72" y="306"/>
                  </a:moveTo>
                  <a:lnTo>
                    <a:pt x="603" y="0"/>
                  </a:lnTo>
                  <a:lnTo>
                    <a:pt x="531" y="0"/>
                  </a:lnTo>
                  <a:lnTo>
                    <a:pt x="27" y="291"/>
                  </a:lnTo>
                  <a:lnTo>
                    <a:pt x="0" y="306"/>
                  </a:lnTo>
                  <a:lnTo>
                    <a:pt x="3105" y="2106"/>
                  </a:lnTo>
                  <a:lnTo>
                    <a:pt x="3105" y="2064"/>
                  </a:lnTo>
                  <a:lnTo>
                    <a:pt x="72" y="306"/>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68665" y="5268541"/>
            <a:ext cx="1177419" cy="1175685"/>
          </a:xfrm>
          <a:prstGeom prst="rect">
            <a:avLst/>
          </a:prstGeom>
        </p:spPr>
      </p:pic>
      <p:sp>
        <p:nvSpPr>
          <p:cNvPr id="16" name="Footer/CRICOS">
            <a:extLst>
              <a:ext uri="{FF2B5EF4-FFF2-40B4-BE49-F238E27FC236}">
                <a16:creationId xmlns:a16="http://schemas.microsoft.com/office/drawing/2014/main" id="{76F6FAF9-3DEF-4AC0-A3DD-B9DB37BA5BA9}"/>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8075642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A - With Heading over two lines">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4259" y="396502"/>
            <a:ext cx="352425" cy="400050"/>
          </a:xfrm>
          <a:prstGeom prst="rect">
            <a:avLst/>
          </a:prstGeom>
        </p:spPr>
      </p:pic>
      <p:sp>
        <p:nvSpPr>
          <p:cNvPr id="10" name="Slide Number">
            <a:extLst>
              <a:ext uri="{FF2B5EF4-FFF2-40B4-BE49-F238E27FC236}">
                <a16:creationId xmlns:a16="http://schemas.microsoft.com/office/drawing/2014/main" id="{A669E11A-5375-4CDA-AE5F-73599D65D32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343AF9C5-02E3-478B-8FF1-765887282F3E}"/>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C21CF60B-CC84-48CA-8A79-12A6E322A119}"/>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2180628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B - One line heading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4259" y="396502"/>
            <a:ext cx="352425" cy="400050"/>
          </a:xfrm>
          <a:prstGeom prst="rect">
            <a:avLst/>
          </a:prstGeom>
        </p:spPr>
      </p:pic>
      <p:sp>
        <p:nvSpPr>
          <p:cNvPr id="10" name="Slide Number">
            <a:extLst>
              <a:ext uri="{FF2B5EF4-FFF2-40B4-BE49-F238E27FC236}">
                <a16:creationId xmlns:a16="http://schemas.microsoft.com/office/drawing/2014/main" id="{FE431B96-D9B2-471C-94EA-209D0EFBF481}"/>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32F89E9A-A860-4407-B867-4F34B84472C5}"/>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5DF69438-3CFF-464B-B170-B87FF1D01FFC}"/>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963093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pic>
        <p:nvPicPr>
          <p:cNvPr id="7" name="Display shape">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4840" y="495300"/>
            <a:ext cx="183592" cy="208401"/>
          </a:xfrm>
          <a:prstGeom prst="rect">
            <a:avLst/>
          </a:prstGeom>
        </p:spPr>
      </p:pic>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18" name="Subheading" descr="Text Box">
            <a:extLst>
              <a:ext uri="{FF2B5EF4-FFF2-40B4-BE49-F238E27FC236}">
                <a16:creationId xmlns:a16="http://schemas.microsoft.com/office/drawing/2014/main" id="{34CDAE80-AB5A-4029-BEC3-52CCB483A030}"/>
              </a:ext>
            </a:extLst>
          </p:cNvPr>
          <p:cNvSpPr>
            <a:spLocks noGrp="1"/>
          </p:cNvSpPr>
          <p:nvPr>
            <p:ph type="body" sz="quarter" idx="15" hasCustomPrompt="1"/>
          </p:nvPr>
        </p:nvSpPr>
        <p:spPr>
          <a:xfrm>
            <a:off x="0" y="830490"/>
            <a:ext cx="9913620" cy="490960"/>
          </a:xfrm>
          <a:custGeom>
            <a:avLst/>
            <a:gdLst>
              <a:gd name="connsiteX0" fmla="*/ 0 w 9913620"/>
              <a:gd name="connsiteY0" fmla="*/ 0 h 490960"/>
              <a:gd name="connsiteX1" fmla="*/ 4271 w 9913620"/>
              <a:gd name="connsiteY1" fmla="*/ 0 h 490960"/>
              <a:gd name="connsiteX2" fmla="*/ 9671413 w 9913620"/>
              <a:gd name="connsiteY2" fmla="*/ 0 h 490960"/>
              <a:gd name="connsiteX3" fmla="*/ 9913620 w 9913620"/>
              <a:gd name="connsiteY3" fmla="*/ 245480 h 490960"/>
              <a:gd name="connsiteX4" fmla="*/ 9671413 w 9913620"/>
              <a:gd name="connsiteY4" fmla="*/ 490960 h 490960"/>
              <a:gd name="connsiteX5" fmla="*/ 393261 w 9913620"/>
              <a:gd name="connsiteY5" fmla="*/ 490960 h 490960"/>
              <a:gd name="connsiteX6" fmla="*/ 0 w 9913620"/>
              <a:gd name="connsiteY6" fmla="*/ 490960 h 49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13620" h="490960">
                <a:moveTo>
                  <a:pt x="0" y="0"/>
                </a:moveTo>
                <a:lnTo>
                  <a:pt x="4271" y="0"/>
                </a:lnTo>
                <a:cubicBezTo>
                  <a:pt x="901222" y="0"/>
                  <a:pt x="3293093" y="0"/>
                  <a:pt x="9671413" y="0"/>
                </a:cubicBezTo>
                <a:cubicBezTo>
                  <a:pt x="9806490" y="0"/>
                  <a:pt x="9913620" y="110938"/>
                  <a:pt x="9913620" y="245480"/>
                </a:cubicBezTo>
                <a:cubicBezTo>
                  <a:pt x="9913620" y="380022"/>
                  <a:pt x="9806490" y="490960"/>
                  <a:pt x="9671413" y="490960"/>
                </a:cubicBezTo>
                <a:cubicBezTo>
                  <a:pt x="9671413" y="490960"/>
                  <a:pt x="9671413" y="490960"/>
                  <a:pt x="393261" y="490960"/>
                </a:cubicBezTo>
                <a:lnTo>
                  <a:pt x="0" y="490960"/>
                </a:lnTo>
                <a:close/>
              </a:path>
            </a:pathLst>
          </a:custGeom>
          <a:solidFill>
            <a:schemeClr val="accent6"/>
          </a:solidFill>
        </p:spPr>
        <p:txBody>
          <a:bodyPr wrap="square" lIns="864000" tIns="72000" rIns="3600000" anchor="ctr" anchorCtr="0">
            <a:noAutofit/>
          </a:bodyPr>
          <a:lstStyle>
            <a:lvl1pPr>
              <a:lnSpc>
                <a:spcPct val="100000"/>
              </a:lnSpc>
              <a:spcBef>
                <a:spcPts val="600"/>
              </a:spcBef>
              <a:spcAft>
                <a:spcPts val="0"/>
              </a:spcAft>
              <a:buFont typeface="Arial" panose="020B0604020202020204" pitchFamily="34" charset="0"/>
              <a:buNone/>
              <a:defRPr sz="1150"/>
            </a:lvl1pPr>
            <a:lvl2pPr>
              <a:buFont typeface="Arial" panose="020B0604020202020204" pitchFamily="34" charset="0"/>
              <a:buNone/>
              <a:defRPr sz="1300"/>
            </a:lvl2pPr>
            <a:lvl3pPr>
              <a:buNone/>
              <a:defRPr sz="1600"/>
            </a:lvl3pPr>
            <a:lvl4pPr marL="0" indent="0">
              <a:buNone/>
              <a:defRPr sz="1300"/>
            </a:lvl4pPr>
            <a:lvl5pPr marL="0">
              <a:buFont typeface="Arial" panose="020B0604020202020204" pitchFamily="34" charset="0"/>
              <a:buNone/>
              <a:defRPr sz="1300"/>
            </a:lvl5pPr>
            <a:lvl6pPr>
              <a:buFont typeface="Arial" panose="020B0604020202020204" pitchFamily="34" charset="0"/>
              <a:buNone/>
              <a:defRPr sz="1300"/>
            </a:lvl6pPr>
            <a:lvl7pPr>
              <a:buFont typeface="Arial" panose="020B0604020202020204" pitchFamily="34" charset="0"/>
              <a:buNone/>
              <a:defRPr sz="1300"/>
            </a:lvl7pPr>
            <a:lvl8pPr>
              <a:buFont typeface="Arial" panose="020B0604020202020204" pitchFamily="34" charset="0"/>
              <a:buNone/>
              <a:defRPr sz="1300"/>
            </a:lvl8pPr>
            <a:lvl9pPr>
              <a:buFont typeface="Arial" panose="020B0604020202020204" pitchFamily="34" charset="0"/>
              <a:buNone/>
              <a:defRPr sz="1300"/>
            </a:lvl9pPr>
          </a:lstStyle>
          <a:p>
            <a:pPr lvl="0"/>
            <a:r>
              <a:rPr lang="en-US" dirty="0"/>
              <a:t>Click to add subheading</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Slide Number">
            <a:extLst>
              <a:ext uri="{FF2B5EF4-FFF2-40B4-BE49-F238E27FC236}">
                <a16:creationId xmlns:a16="http://schemas.microsoft.com/office/drawing/2014/main" id="{2D90F210-6C5D-4952-AC8F-B85FD4D76A21}"/>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58423D09-AE22-47A4-B7C5-0786760BF49D}"/>
              </a:ext>
            </a:extLst>
          </p:cNvPr>
          <p:cNvSpPr>
            <a:spLocks noGrp="1"/>
          </p:cNvSpPr>
          <p:nvPr>
            <p:ph type="dt" sz="half" idx="16"/>
          </p:nvPr>
        </p:nvSpPr>
        <p:spPr/>
        <p:txBody>
          <a:bodyPr/>
          <a:lstStyle/>
          <a:p>
            <a:endParaRPr lang="en-GB" dirty="0"/>
          </a:p>
        </p:txBody>
      </p:sp>
      <p:sp>
        <p:nvSpPr>
          <p:cNvPr id="4" name="Footer/CRICOS">
            <a:extLst>
              <a:ext uri="{FF2B5EF4-FFF2-40B4-BE49-F238E27FC236}">
                <a16:creationId xmlns:a16="http://schemas.microsoft.com/office/drawing/2014/main" id="{2263AB1F-7162-4AFC-BCDC-8563F9A1727E}"/>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2623890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C">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1D09E9B0-CEBB-4940-A212-9C872E25378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17DCDEEA-5F1E-41D3-B080-F623F4486723}"/>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6C3A8F0D-C068-4EC5-90E8-2F4BD9975D37}"/>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8393383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Content 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72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Pull-out quote text" descr="Pull-Out Quote Shape">
            <a:extLst>
              <a:ext uri="{FF2B5EF4-FFF2-40B4-BE49-F238E27FC236}">
                <a16:creationId xmlns:a16="http://schemas.microsoft.com/office/drawing/2014/main" id="{A40155D9-57D6-423E-967D-589CAB195AEE}"/>
              </a:ext>
            </a:extLst>
          </p:cNvPr>
          <p:cNvSpPr>
            <a:spLocks noGrp="1"/>
          </p:cNvSpPr>
          <p:nvPr>
            <p:ph type="body" sz="quarter" idx="15" hasCustomPrompt="1"/>
          </p:nvPr>
        </p:nvSpPr>
        <p:spPr>
          <a:xfrm>
            <a:off x="8188452" y="3194495"/>
            <a:ext cx="4003548" cy="3663506"/>
          </a:xfrm>
          <a:custGeom>
            <a:avLst/>
            <a:gdLst>
              <a:gd name="connsiteX0" fmla="*/ 4003548 w 4003548"/>
              <a:gd name="connsiteY0" fmla="*/ 0 h 3663506"/>
              <a:gd name="connsiteX1" fmla="*/ 4003548 w 4003548"/>
              <a:gd name="connsiteY1" fmla="*/ 3663506 h 3663506"/>
              <a:gd name="connsiteX2" fmla="*/ 2355056 w 4003548"/>
              <a:gd name="connsiteY2" fmla="*/ 3663506 h 3663506"/>
              <a:gd name="connsiteX3" fmla="*/ 0 w 4003548"/>
              <a:gd name="connsiteY3" fmla="*/ 2298764 h 3663506"/>
            </a:gdLst>
            <a:ahLst/>
            <a:cxnLst>
              <a:cxn ang="0">
                <a:pos x="connsiteX0" y="connsiteY0"/>
              </a:cxn>
              <a:cxn ang="0">
                <a:pos x="connsiteX1" y="connsiteY1"/>
              </a:cxn>
              <a:cxn ang="0">
                <a:pos x="connsiteX2" y="connsiteY2"/>
              </a:cxn>
              <a:cxn ang="0">
                <a:pos x="connsiteX3" y="connsiteY3"/>
              </a:cxn>
            </a:cxnLst>
            <a:rect l="l" t="t" r="r" b="b"/>
            <a:pathLst>
              <a:path w="4003548" h="3663506">
                <a:moveTo>
                  <a:pt x="4003548" y="0"/>
                </a:moveTo>
                <a:lnTo>
                  <a:pt x="4003548" y="3663506"/>
                </a:lnTo>
                <a:lnTo>
                  <a:pt x="2355056" y="3663506"/>
                </a:lnTo>
                <a:lnTo>
                  <a:pt x="0" y="2298764"/>
                </a:lnTo>
                <a:close/>
              </a:path>
            </a:pathLst>
          </a:custGeom>
          <a:solidFill>
            <a:schemeClr val="accent1"/>
          </a:solidFill>
        </p:spPr>
        <p:txBody>
          <a:bodyPr wrap="square" lIns="1512000" tIns="1944000" rIns="648000" anchor="t" anchorCtr="0">
            <a:noAutofit/>
          </a:bodyPr>
          <a:lstStyle>
            <a:lvl1pPr>
              <a:lnSpc>
                <a:spcPct val="100000"/>
              </a:lnSpc>
              <a:spcBef>
                <a:spcPts val="600"/>
              </a:spcBef>
              <a:spcAft>
                <a:spcPts val="0"/>
              </a:spcAft>
              <a:buFont typeface="Arial" panose="020B0604020202020204" pitchFamily="34" charset="0"/>
              <a:buNone/>
              <a:defRPr sz="1650"/>
            </a:lvl1pPr>
            <a:lvl2pPr>
              <a:buFont typeface="Arial" panose="020B0604020202020204" pitchFamily="34" charset="0"/>
              <a:buNone/>
              <a:defRPr sz="1650"/>
            </a:lvl2pPr>
            <a:lvl3pPr>
              <a:buNone/>
              <a:defRPr sz="1650"/>
            </a:lvl3pPr>
            <a:lvl4pPr marL="0" indent="0">
              <a:buNone/>
              <a:defRPr sz="1650"/>
            </a:lvl4pPr>
            <a:lvl5pPr marL="0">
              <a:buFont typeface="Arial" panose="020B0604020202020204" pitchFamily="34" charset="0"/>
              <a:buNone/>
              <a:defRPr sz="1650"/>
            </a:lvl5pPr>
            <a:lvl6pPr>
              <a:buFont typeface="Arial" panose="020B0604020202020204" pitchFamily="34" charset="0"/>
              <a:buNone/>
              <a:defRPr sz="1650"/>
            </a:lvl6pPr>
            <a:lvl7pPr>
              <a:buFont typeface="Arial" panose="020B0604020202020204" pitchFamily="34" charset="0"/>
              <a:buNone/>
              <a:defRPr sz="1650"/>
            </a:lvl7pPr>
            <a:lvl8pPr>
              <a:buFont typeface="Arial" panose="020B0604020202020204" pitchFamily="34" charset="0"/>
              <a:buNone/>
              <a:defRPr sz="1650"/>
            </a:lvl8pPr>
            <a:lvl9pPr>
              <a:buFont typeface="Arial" panose="020B0604020202020204" pitchFamily="34" charset="0"/>
              <a:buNone/>
              <a:defRPr sz="1650"/>
            </a:lvl9pPr>
          </a:lstStyle>
          <a:p>
            <a:pPr lvl="0"/>
            <a:r>
              <a:rPr lang="en-US" dirty="0"/>
              <a:t>Pull quote here can go over up to three lines of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Slide Number">
            <a:extLst>
              <a:ext uri="{FF2B5EF4-FFF2-40B4-BE49-F238E27FC236}">
                <a16:creationId xmlns:a16="http://schemas.microsoft.com/office/drawing/2014/main" id="{98C4CEB6-A2C0-4B19-8A79-52EF0387C0BB}"/>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A50931F4-44DE-47DF-A652-23A0EF2FD3C1}"/>
              </a:ext>
            </a:extLst>
          </p:cNvPr>
          <p:cNvSpPr>
            <a:spLocks noGrp="1"/>
          </p:cNvSpPr>
          <p:nvPr>
            <p:ph type="dt" sz="half" idx="16"/>
          </p:nvPr>
        </p:nvSpPr>
        <p:spPr/>
        <p:txBody>
          <a:bodyPr/>
          <a:lstStyle/>
          <a:p>
            <a:endParaRPr lang="en-GB" dirty="0"/>
          </a:p>
        </p:txBody>
      </p:sp>
      <p:sp>
        <p:nvSpPr>
          <p:cNvPr id="4" name="Footer/CRICOS">
            <a:extLst>
              <a:ext uri="{FF2B5EF4-FFF2-40B4-BE49-F238E27FC236}">
                <a16:creationId xmlns:a16="http://schemas.microsoft.com/office/drawing/2014/main" id="{4FD20A21-8853-40DE-8CCF-8324DF3634D9}"/>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401696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Content 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278670"/>
            <a:ext cx="8496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Header Graphic">
            <a:extLst>
              <a:ext uri="{FF2B5EF4-FFF2-40B4-BE49-F238E27FC236}">
                <a16:creationId xmlns:a16="http://schemas.microsoft.com/office/drawing/2014/main" id="{8515E671-E538-4CCB-8E7C-A93467ED956C}"/>
              </a:ext>
              <a:ext uri="{C183D7F6-B498-43B3-948B-1728B52AA6E4}">
                <adec:decorative xmlns:adec="http://schemas.microsoft.com/office/drawing/2017/decorative" val="1"/>
              </a:ext>
            </a:extLst>
          </p:cNvPr>
          <p:cNvSpPr>
            <a:spLocks/>
          </p:cNvSpPr>
          <p:nvPr userDrawn="1"/>
        </p:nvSpPr>
        <p:spPr bwMode="auto">
          <a:xfrm>
            <a:off x="3175" y="0"/>
            <a:ext cx="10177145" cy="901101"/>
          </a:xfrm>
          <a:custGeom>
            <a:avLst/>
            <a:gdLst>
              <a:gd name="T0" fmla="*/ 4275 w 4275"/>
              <a:gd name="T1" fmla="*/ 0 h 376"/>
              <a:gd name="T2" fmla="*/ 4275 w 4275"/>
              <a:gd name="T3" fmla="*/ 0 h 376"/>
              <a:gd name="T4" fmla="*/ 4259 w 4275"/>
              <a:gd name="T5" fmla="*/ 0 h 376"/>
              <a:gd name="T6" fmla="*/ 4259 w 4275"/>
              <a:gd name="T7" fmla="*/ 0 h 376"/>
              <a:gd name="T8" fmla="*/ 3899 w 4275"/>
              <a:gd name="T9" fmla="*/ 360 h 376"/>
              <a:gd name="T10" fmla="*/ 0 w 4275"/>
              <a:gd name="T11" fmla="*/ 360 h 376"/>
              <a:gd name="T12" fmla="*/ 0 w 4275"/>
              <a:gd name="T13" fmla="*/ 376 h 376"/>
              <a:gd name="T14" fmla="*/ 3899 w 4275"/>
              <a:gd name="T15" fmla="*/ 376 h 376"/>
              <a:gd name="T16" fmla="*/ 4275 w 4275"/>
              <a:gd name="T17"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5" h="376">
                <a:moveTo>
                  <a:pt x="4275" y="0"/>
                </a:moveTo>
                <a:cubicBezTo>
                  <a:pt x="4275" y="0"/>
                  <a:pt x="4275" y="0"/>
                  <a:pt x="4275" y="0"/>
                </a:cubicBezTo>
                <a:cubicBezTo>
                  <a:pt x="4259" y="0"/>
                  <a:pt x="4259" y="0"/>
                  <a:pt x="4259" y="0"/>
                </a:cubicBezTo>
                <a:cubicBezTo>
                  <a:pt x="4259" y="0"/>
                  <a:pt x="4259" y="0"/>
                  <a:pt x="4259" y="0"/>
                </a:cubicBezTo>
                <a:cubicBezTo>
                  <a:pt x="4259" y="199"/>
                  <a:pt x="4098" y="360"/>
                  <a:pt x="3899" y="360"/>
                </a:cubicBezTo>
                <a:cubicBezTo>
                  <a:pt x="0" y="360"/>
                  <a:pt x="0" y="360"/>
                  <a:pt x="0" y="360"/>
                </a:cubicBezTo>
                <a:cubicBezTo>
                  <a:pt x="0" y="376"/>
                  <a:pt x="0" y="376"/>
                  <a:pt x="0" y="376"/>
                </a:cubicBezTo>
                <a:cubicBezTo>
                  <a:pt x="3899" y="376"/>
                  <a:pt x="3899" y="376"/>
                  <a:pt x="3899" y="376"/>
                </a:cubicBezTo>
                <a:cubicBezTo>
                  <a:pt x="4106" y="376"/>
                  <a:pt x="4275" y="207"/>
                  <a:pt x="4275" y="0"/>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 name="Slide Number">
            <a:extLst>
              <a:ext uri="{FF2B5EF4-FFF2-40B4-BE49-F238E27FC236}">
                <a16:creationId xmlns:a16="http://schemas.microsoft.com/office/drawing/2014/main" id="{A90E8455-9DDE-4AD6-941E-5C300E8AB7B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10978BE7-DA8D-40A5-B831-ADB83E799186}"/>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078B68F8-DD48-42D0-9D57-E9D277EAA005}"/>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7626779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and Image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8784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7" name="Picture Placeholder" descr="Image Placeholder">
            <a:extLst>
              <a:ext uri="{FF2B5EF4-FFF2-40B4-BE49-F238E27FC236}">
                <a16:creationId xmlns:a16="http://schemas.microsoft.com/office/drawing/2014/main" id="{8026A595-6018-4A69-B9E1-3E9FDB7E0E62}"/>
              </a:ext>
            </a:extLst>
          </p:cNvPr>
          <p:cNvSpPr>
            <a:spLocks noGrp="1"/>
          </p:cNvSpPr>
          <p:nvPr>
            <p:ph type="pic" sz="quarter" idx="17" hasCustomPrompt="1"/>
          </p:nvPr>
        </p:nvSpPr>
        <p:spPr>
          <a:xfrm>
            <a:off x="10134600" y="3152775"/>
            <a:ext cx="2059496" cy="3705797"/>
          </a:xfrm>
          <a:custGeom>
            <a:avLst/>
            <a:gdLst>
              <a:gd name="connsiteX0" fmla="*/ 1201198 w 2059496"/>
              <a:gd name="connsiteY0" fmla="*/ 0 h 3705797"/>
              <a:gd name="connsiteX1" fmla="*/ 2059496 w 2059496"/>
              <a:gd name="connsiteY1" fmla="*/ 361379 h 3705797"/>
              <a:gd name="connsiteX2" fmla="*/ 2059496 w 2059496"/>
              <a:gd name="connsiteY2" fmla="*/ 3705797 h 3705797"/>
              <a:gd name="connsiteX3" fmla="*/ 0 w 2059496"/>
              <a:gd name="connsiteY3" fmla="*/ 3705797 h 3705797"/>
              <a:gd name="connsiteX4" fmla="*/ 0 w 2059496"/>
              <a:gd name="connsiteY4" fmla="*/ 1200722 h 3705797"/>
              <a:gd name="connsiteX5" fmla="*/ 1201198 w 2059496"/>
              <a:gd name="connsiteY5" fmla="*/ 0 h 370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9496" h="3705797">
                <a:moveTo>
                  <a:pt x="1201198" y="0"/>
                </a:moveTo>
                <a:cubicBezTo>
                  <a:pt x="1537621" y="0"/>
                  <a:pt x="1841564" y="138494"/>
                  <a:pt x="2059496" y="361379"/>
                </a:cubicBezTo>
                <a:lnTo>
                  <a:pt x="2059496" y="3705797"/>
                </a:lnTo>
                <a:lnTo>
                  <a:pt x="0" y="3705797"/>
                </a:lnTo>
                <a:lnTo>
                  <a:pt x="0" y="1200722"/>
                </a:lnTo>
                <a:cubicBezTo>
                  <a:pt x="0" y="537401"/>
                  <a:pt x="537686" y="0"/>
                  <a:pt x="1201198" y="0"/>
                </a:cubicBezTo>
                <a:close/>
              </a:path>
            </a:pathLst>
          </a:custGeom>
          <a:solidFill>
            <a:schemeClr val="bg1">
              <a:lumMod val="75000"/>
            </a:schemeClr>
          </a:solidFill>
        </p:spPr>
        <p:txBody>
          <a:bodyPr wrap="square" lIns="144000" tIns="144000" anchor="ctr" anchorCtr="0">
            <a:noAutofit/>
          </a:bodyPr>
          <a:lstStyle>
            <a:lvl1pPr algn="ctr">
              <a:defRPr sz="1400">
                <a:solidFill>
                  <a:schemeClr val="bg1"/>
                </a:solidFill>
              </a:defRPr>
            </a:lvl1pPr>
          </a:lstStyle>
          <a:p>
            <a:r>
              <a:rPr lang="en-AU" sz="1400" dirty="0"/>
              <a:t>Click Icon to Add Image</a:t>
            </a:r>
            <a:endParaRPr lang="en-AU" dirty="0"/>
          </a:p>
        </p:txBody>
      </p:sp>
      <p:sp>
        <p:nvSpPr>
          <p:cNvPr id="5" name="Slide Number">
            <a:extLst>
              <a:ext uri="{FF2B5EF4-FFF2-40B4-BE49-F238E27FC236}">
                <a16:creationId xmlns:a16="http://schemas.microsoft.com/office/drawing/2014/main" id="{E40374F3-9BED-4496-A103-1DED0134EFB4}"/>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91889E45-474A-4367-995B-44A586E8FAA9}"/>
              </a:ext>
            </a:extLst>
          </p:cNvPr>
          <p:cNvSpPr>
            <a:spLocks noGrp="1"/>
          </p:cNvSpPr>
          <p:nvPr>
            <p:ph type="dt" sz="half" idx="18"/>
          </p:nvPr>
        </p:nvSpPr>
        <p:spPr/>
        <p:txBody>
          <a:bodyPr/>
          <a:lstStyle/>
          <a:p>
            <a:endParaRPr lang="en-GB" dirty="0"/>
          </a:p>
        </p:txBody>
      </p:sp>
      <p:sp>
        <p:nvSpPr>
          <p:cNvPr id="4" name="Footer/CRICOS">
            <a:extLst>
              <a:ext uri="{FF2B5EF4-FFF2-40B4-BE49-F238E27FC236}">
                <a16:creationId xmlns:a16="http://schemas.microsoft.com/office/drawing/2014/main" id="{86865381-E7D2-4773-BE6E-223155200587}"/>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3419312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Image B">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8784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Picture Placeholder" descr="Image Placeholder">
            <a:extLst>
              <a:ext uri="{FF2B5EF4-FFF2-40B4-BE49-F238E27FC236}">
                <a16:creationId xmlns:a16="http://schemas.microsoft.com/office/drawing/2014/main" id="{964466B3-429C-4DB3-8708-96B99F2426B5}"/>
              </a:ext>
            </a:extLst>
          </p:cNvPr>
          <p:cNvSpPr>
            <a:spLocks noGrp="1"/>
          </p:cNvSpPr>
          <p:nvPr>
            <p:ph type="pic" sz="quarter" idx="17" hasCustomPrompt="1"/>
          </p:nvPr>
        </p:nvSpPr>
        <p:spPr>
          <a:xfrm>
            <a:off x="8188452" y="3194495"/>
            <a:ext cx="4003548" cy="3663506"/>
          </a:xfrm>
          <a:custGeom>
            <a:avLst/>
            <a:gdLst>
              <a:gd name="connsiteX0" fmla="*/ 4003548 w 4003548"/>
              <a:gd name="connsiteY0" fmla="*/ 0 h 3663506"/>
              <a:gd name="connsiteX1" fmla="*/ 4003548 w 4003548"/>
              <a:gd name="connsiteY1" fmla="*/ 3663506 h 3663506"/>
              <a:gd name="connsiteX2" fmla="*/ 2355056 w 4003548"/>
              <a:gd name="connsiteY2" fmla="*/ 3663506 h 3663506"/>
              <a:gd name="connsiteX3" fmla="*/ 0 w 4003548"/>
              <a:gd name="connsiteY3" fmla="*/ 2298764 h 3663506"/>
            </a:gdLst>
            <a:ahLst/>
            <a:cxnLst>
              <a:cxn ang="0">
                <a:pos x="connsiteX0" y="connsiteY0"/>
              </a:cxn>
              <a:cxn ang="0">
                <a:pos x="connsiteX1" y="connsiteY1"/>
              </a:cxn>
              <a:cxn ang="0">
                <a:pos x="connsiteX2" y="connsiteY2"/>
              </a:cxn>
              <a:cxn ang="0">
                <a:pos x="connsiteX3" y="connsiteY3"/>
              </a:cxn>
            </a:cxnLst>
            <a:rect l="l" t="t" r="r" b="b"/>
            <a:pathLst>
              <a:path w="4003548" h="3663506">
                <a:moveTo>
                  <a:pt x="4003548" y="0"/>
                </a:moveTo>
                <a:lnTo>
                  <a:pt x="4003548" y="3663506"/>
                </a:lnTo>
                <a:lnTo>
                  <a:pt x="2355056" y="3663506"/>
                </a:lnTo>
                <a:lnTo>
                  <a:pt x="0" y="2298764"/>
                </a:lnTo>
                <a:close/>
              </a:path>
            </a:pathLst>
          </a:custGeom>
          <a:solidFill>
            <a:schemeClr val="bg1">
              <a:lumMod val="75000"/>
            </a:schemeClr>
          </a:solidFill>
        </p:spPr>
        <p:txBody>
          <a:bodyPr wrap="square" lIns="144000" tIns="144000" anchor="ctr" anchorCtr="0">
            <a:noAutofit/>
          </a:bodyPr>
          <a:lstStyle>
            <a:lvl1pPr algn="r">
              <a:defRPr sz="1400">
                <a:solidFill>
                  <a:schemeClr val="bg1"/>
                </a:solidFill>
              </a:defRPr>
            </a:lvl1pPr>
          </a:lstStyle>
          <a:p>
            <a:r>
              <a:rPr lang="en-AU" sz="1400" dirty="0"/>
              <a:t>Click Icon to Add Image</a:t>
            </a:r>
            <a:endParaRPr lang="en-AU"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9" name="Slide Number">
            <a:extLst>
              <a:ext uri="{FF2B5EF4-FFF2-40B4-BE49-F238E27FC236}">
                <a16:creationId xmlns:a16="http://schemas.microsoft.com/office/drawing/2014/main" id="{8280DD66-81F6-47DF-8E1A-58C925112832}"/>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B351D502-DD4B-40CF-8223-A8B2D2B55534}"/>
              </a:ext>
            </a:extLst>
          </p:cNvPr>
          <p:cNvSpPr>
            <a:spLocks noGrp="1"/>
          </p:cNvSpPr>
          <p:nvPr>
            <p:ph type="dt" sz="half" idx="18"/>
          </p:nvPr>
        </p:nvSpPr>
        <p:spPr/>
        <p:txBody>
          <a:bodyPr/>
          <a:lstStyle/>
          <a:p>
            <a:endParaRPr lang="en-GB" dirty="0"/>
          </a:p>
        </p:txBody>
      </p:sp>
      <p:sp>
        <p:nvSpPr>
          <p:cNvPr id="8" name="Footer/CRICOS">
            <a:extLst>
              <a:ext uri="{FF2B5EF4-FFF2-40B4-BE49-F238E27FC236}">
                <a16:creationId xmlns:a16="http://schemas.microsoft.com/office/drawing/2014/main" id="{F23995E2-8603-4453-ABE1-DC84EE85DC8A}"/>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192758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Image C">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Picture Placeholder" descr="Image Placeholder">
            <a:extLst>
              <a:ext uri="{FF2B5EF4-FFF2-40B4-BE49-F238E27FC236}">
                <a16:creationId xmlns:a16="http://schemas.microsoft.com/office/drawing/2014/main" id="{381A31CB-E12D-4693-B07C-5C938482A95D}"/>
              </a:ext>
            </a:extLst>
          </p:cNvPr>
          <p:cNvSpPr>
            <a:spLocks noGrp="1"/>
          </p:cNvSpPr>
          <p:nvPr>
            <p:ph type="pic" sz="quarter" idx="17" hasCustomPrompt="1"/>
          </p:nvPr>
        </p:nvSpPr>
        <p:spPr>
          <a:xfrm>
            <a:off x="8174546" y="5294662"/>
            <a:ext cx="4019550" cy="1563910"/>
          </a:xfrm>
          <a:custGeom>
            <a:avLst/>
            <a:gdLst>
              <a:gd name="connsiteX0" fmla="*/ 1095756 w 4019550"/>
              <a:gd name="connsiteY0" fmla="*/ 0 h 1563910"/>
              <a:gd name="connsiteX1" fmla="*/ 4017455 w 4019550"/>
              <a:gd name="connsiteY1" fmla="*/ 0 h 1563910"/>
              <a:gd name="connsiteX2" fmla="*/ 4017455 w 4019550"/>
              <a:gd name="connsiteY2" fmla="*/ 710206 h 1563910"/>
              <a:gd name="connsiteX3" fmla="*/ 4019550 w 4019550"/>
              <a:gd name="connsiteY3" fmla="*/ 710656 h 1563910"/>
              <a:gd name="connsiteX4" fmla="*/ 4019550 w 4019550"/>
              <a:gd name="connsiteY4" fmla="*/ 1563910 h 1563910"/>
              <a:gd name="connsiteX5" fmla="*/ 1960054 w 4019550"/>
              <a:gd name="connsiteY5" fmla="*/ 1563910 h 1563910"/>
              <a:gd name="connsiteX6" fmla="*/ 1960054 w 4019550"/>
              <a:gd name="connsiteY6" fmla="*/ 1563338 h 1563910"/>
              <a:gd name="connsiteX7" fmla="*/ 104394 w 4019550"/>
              <a:gd name="connsiteY7" fmla="*/ 1563338 h 1563910"/>
              <a:gd name="connsiteX8" fmla="*/ 0 w 4019550"/>
              <a:gd name="connsiteY8" fmla="*/ 1095756 h 1563910"/>
              <a:gd name="connsiteX9" fmla="*/ 1095756 w 4019550"/>
              <a:gd name="connsiteY9" fmla="*/ 0 h 156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19550" h="1563910">
                <a:moveTo>
                  <a:pt x="1095756" y="0"/>
                </a:moveTo>
                <a:lnTo>
                  <a:pt x="4017455" y="0"/>
                </a:lnTo>
                <a:lnTo>
                  <a:pt x="4017455" y="710206"/>
                </a:lnTo>
                <a:lnTo>
                  <a:pt x="4019550" y="710656"/>
                </a:lnTo>
                <a:lnTo>
                  <a:pt x="4019550" y="1563910"/>
                </a:lnTo>
                <a:lnTo>
                  <a:pt x="1960054" y="1563910"/>
                </a:lnTo>
                <a:lnTo>
                  <a:pt x="1960054" y="1563338"/>
                </a:lnTo>
                <a:lnTo>
                  <a:pt x="104394" y="1563338"/>
                </a:lnTo>
                <a:cubicBezTo>
                  <a:pt x="37529" y="1421511"/>
                  <a:pt x="0" y="1263015"/>
                  <a:pt x="0" y="1095756"/>
                </a:cubicBezTo>
                <a:cubicBezTo>
                  <a:pt x="0" y="490442"/>
                  <a:pt x="491109" y="0"/>
                  <a:pt x="1095756" y="0"/>
                </a:cubicBezTo>
                <a:close/>
              </a:path>
            </a:pathLst>
          </a:custGeom>
          <a:solidFill>
            <a:schemeClr val="bg1">
              <a:lumMod val="75000"/>
            </a:schemeClr>
          </a:solidFill>
        </p:spPr>
        <p:txBody>
          <a:bodyPr wrap="square" lIns="144000" tIns="144000" anchor="ctr" anchorCtr="0">
            <a:noAutofit/>
          </a:bodyPr>
          <a:lstStyle>
            <a:lvl1pPr algn="r">
              <a:defRPr sz="1400">
                <a:solidFill>
                  <a:schemeClr val="bg1"/>
                </a:solidFill>
              </a:defRPr>
            </a:lvl1pPr>
          </a:lstStyle>
          <a:p>
            <a:r>
              <a:rPr lang="en-AU" sz="1400" dirty="0"/>
              <a:t>Click Icon to Add Image</a:t>
            </a:r>
            <a:endParaRPr lang="en-AU" dirty="0"/>
          </a:p>
        </p:txBody>
      </p:sp>
      <p:pic>
        <p:nvPicPr>
          <p:cNvPr id="7" name="Header 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4259" y="396502"/>
            <a:ext cx="352425" cy="400050"/>
          </a:xfrm>
          <a:prstGeom prst="rect">
            <a:avLst/>
          </a:prstGeom>
        </p:spPr>
      </p:pic>
      <p:sp>
        <p:nvSpPr>
          <p:cNvPr id="19" name="Slide Number">
            <a:extLst>
              <a:ext uri="{FF2B5EF4-FFF2-40B4-BE49-F238E27FC236}">
                <a16:creationId xmlns:a16="http://schemas.microsoft.com/office/drawing/2014/main" id="{8E2CE6AB-1ABD-454E-B55F-E629068A14A0}"/>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17" name="Date">
            <a:extLst>
              <a:ext uri="{FF2B5EF4-FFF2-40B4-BE49-F238E27FC236}">
                <a16:creationId xmlns:a16="http://schemas.microsoft.com/office/drawing/2014/main" id="{1D2E4564-995C-42F8-8BD4-7367B5DB0513}"/>
              </a:ext>
            </a:extLst>
          </p:cNvPr>
          <p:cNvSpPr>
            <a:spLocks noGrp="1"/>
          </p:cNvSpPr>
          <p:nvPr>
            <p:ph type="dt" sz="half" idx="18"/>
          </p:nvPr>
        </p:nvSpPr>
        <p:spPr/>
        <p:txBody>
          <a:bodyPr/>
          <a:lstStyle/>
          <a:p>
            <a:endParaRPr lang="en-GB" dirty="0"/>
          </a:p>
        </p:txBody>
      </p:sp>
      <p:sp>
        <p:nvSpPr>
          <p:cNvPr id="18" name="Footer/CRICOS">
            <a:extLst>
              <a:ext uri="{FF2B5EF4-FFF2-40B4-BE49-F238E27FC236}">
                <a16:creationId xmlns:a16="http://schemas.microsoft.com/office/drawing/2014/main" id="{88DA4857-4DCB-4E65-A0B1-D7E6FC9C05E4}"/>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4671368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Table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1">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77965" y="1582600"/>
            <a:ext cx="3636000" cy="4356000"/>
          </a:xfrm>
          <a:solidFill>
            <a:schemeClr val="accent6"/>
          </a:solidFill>
        </p:spPr>
        <p:txBody>
          <a:bodyPr lIns="216000" tIns="25200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vl2pPr>
              <a:defRPr sz="1200"/>
            </a:lvl2pPr>
            <a:lvl3pPr>
              <a:spcBef>
                <a:spcPts val="600"/>
              </a:spcBef>
              <a:defRPr sz="12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Body copy text 2">
            <a:extLst>
              <a:ext uri="{FF2B5EF4-FFF2-40B4-BE49-F238E27FC236}">
                <a16:creationId xmlns:a16="http://schemas.microsoft.com/office/drawing/2014/main" id="{7A8B5648-049A-4275-B63C-8DE5F8AE7099}"/>
              </a:ext>
            </a:extLst>
          </p:cNvPr>
          <p:cNvSpPr>
            <a:spLocks noGrp="1"/>
          </p:cNvSpPr>
          <p:nvPr>
            <p:ph sz="quarter" idx="16" hasCustomPrompt="1"/>
          </p:nvPr>
        </p:nvSpPr>
        <p:spPr>
          <a:xfrm>
            <a:off x="4992515" y="1582599"/>
            <a:ext cx="2936639" cy="4355999"/>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0" name="Slide Number">
            <a:extLst>
              <a:ext uri="{FF2B5EF4-FFF2-40B4-BE49-F238E27FC236}">
                <a16:creationId xmlns:a16="http://schemas.microsoft.com/office/drawing/2014/main" id="{DCE954CA-5F34-41AF-8C0A-75249D76E797}"/>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AD2E3E0D-44F7-47A6-9599-51FC98AA7499}"/>
              </a:ext>
            </a:extLst>
          </p:cNvPr>
          <p:cNvSpPr>
            <a:spLocks noGrp="1"/>
          </p:cNvSpPr>
          <p:nvPr>
            <p:ph type="dt" sz="half" idx="17"/>
          </p:nvPr>
        </p:nvSpPr>
        <p:spPr/>
        <p:txBody>
          <a:bodyPr/>
          <a:lstStyle/>
          <a:p>
            <a:endParaRPr lang="en-GB" dirty="0"/>
          </a:p>
        </p:txBody>
      </p:sp>
      <p:sp>
        <p:nvSpPr>
          <p:cNvPr id="8" name="Footer/CRICOS">
            <a:extLst>
              <a:ext uri="{FF2B5EF4-FFF2-40B4-BE49-F238E27FC236}">
                <a16:creationId xmlns:a16="http://schemas.microsoft.com/office/drawing/2014/main" id="{4E8A1DF4-45A8-4486-8ACA-700AF2812ABE}"/>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9986594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Table B">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7" name="Table Placeholder">
            <a:extLst>
              <a:ext uri="{FF2B5EF4-FFF2-40B4-BE49-F238E27FC236}">
                <a16:creationId xmlns:a16="http://schemas.microsoft.com/office/drawing/2014/main" id="{186C0C8E-6E89-41BD-BF85-EA7502310463}"/>
              </a:ext>
            </a:extLst>
          </p:cNvPr>
          <p:cNvSpPr>
            <a:spLocks noGrp="1"/>
          </p:cNvSpPr>
          <p:nvPr>
            <p:ph type="tbl" sz="quarter" idx="16"/>
          </p:nvPr>
        </p:nvSpPr>
        <p:spPr>
          <a:xfrm>
            <a:off x="801766" y="1617663"/>
            <a:ext cx="5832000" cy="3816350"/>
          </a:xfrm>
          <a:solidFill>
            <a:schemeClr val="accent6"/>
          </a:solidFill>
        </p:spPr>
        <p:txBody>
          <a:bodyPr/>
          <a:lstStyle>
            <a:lvl1pPr>
              <a:defRPr sz="1400"/>
            </a:lvl1pPr>
          </a:lstStyle>
          <a:p>
            <a:endParaRPr lang="en-AU"/>
          </a:p>
        </p:txBody>
      </p:sp>
      <p:grpSp>
        <p:nvGrpSpPr>
          <p:cNvPr id="11" name="Header Graphics">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0" name="Slide Number">
            <a:extLst>
              <a:ext uri="{FF2B5EF4-FFF2-40B4-BE49-F238E27FC236}">
                <a16:creationId xmlns:a16="http://schemas.microsoft.com/office/drawing/2014/main" id="{AA537430-6C10-4C2A-9E36-A76ADBC95041}"/>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0B131A70-E30F-45DB-A526-B035C08F4646}"/>
              </a:ext>
            </a:extLst>
          </p:cNvPr>
          <p:cNvSpPr>
            <a:spLocks noGrp="1"/>
          </p:cNvSpPr>
          <p:nvPr>
            <p:ph type="dt" sz="half" idx="17"/>
          </p:nvPr>
        </p:nvSpPr>
        <p:spPr/>
        <p:txBody>
          <a:bodyPr/>
          <a:lstStyle/>
          <a:p>
            <a:endParaRPr lang="en-GB" dirty="0"/>
          </a:p>
        </p:txBody>
      </p:sp>
      <p:sp>
        <p:nvSpPr>
          <p:cNvPr id="8" name="Footer/CRICOS">
            <a:extLst>
              <a:ext uri="{FF2B5EF4-FFF2-40B4-BE49-F238E27FC236}">
                <a16:creationId xmlns:a16="http://schemas.microsoft.com/office/drawing/2014/main" id="{FF76CC07-9746-4B8A-B96D-B272F3F6E8DB}"/>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444719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A">
    <p:spTree>
      <p:nvGrpSpPr>
        <p:cNvPr id="1" name=""/>
        <p:cNvGrpSpPr/>
        <p:nvPr/>
      </p:nvGrpSpPr>
      <p:grpSpPr>
        <a:xfrm>
          <a:off x="0" y="0"/>
          <a:ext cx="0" cy="0"/>
          <a:chOff x="0" y="0"/>
          <a:chExt cx="0" cy="0"/>
        </a:xfrm>
      </p:grpSpPr>
      <p:sp>
        <p:nvSpPr>
          <p:cNvPr id="15" name="Background">
            <a:extLst>
              <a:ext uri="{FF2B5EF4-FFF2-40B4-BE49-F238E27FC236}">
                <a16:creationId xmlns:a16="http://schemas.microsoft.com/office/drawing/2014/main" id="{4262EEFC-6A97-470A-8C1E-B4F6FAF14D43}"/>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Graphic">
            <a:extLst>
              <a:ext uri="{FF2B5EF4-FFF2-40B4-BE49-F238E27FC236}">
                <a16:creationId xmlns:a16="http://schemas.microsoft.com/office/drawing/2014/main" id="{6551DA18-E036-4C63-B29C-5ABCD4B402F1}"/>
              </a:ext>
              <a:ext uri="{C183D7F6-B498-43B3-948B-1728B52AA6E4}">
                <adec:decorative xmlns:adec="http://schemas.microsoft.com/office/drawing/2017/decorative" val="1"/>
              </a:ext>
            </a:extLst>
          </p:cNvPr>
          <p:cNvSpPr/>
          <p:nvPr/>
        </p:nvSpPr>
        <p:spPr>
          <a:xfrm>
            <a:off x="0" y="911590"/>
            <a:ext cx="8415146" cy="5034820"/>
          </a:xfrm>
          <a:custGeom>
            <a:avLst/>
            <a:gdLst>
              <a:gd name="connsiteX0" fmla="*/ 0 w 8415146"/>
              <a:gd name="connsiteY0" fmla="*/ 5034820 h 5034820"/>
              <a:gd name="connsiteX1" fmla="*/ 5898261 w 8415146"/>
              <a:gd name="connsiteY1" fmla="*/ 5034820 h 5034820"/>
              <a:gd name="connsiteX2" fmla="*/ 8415147 w 8415146"/>
              <a:gd name="connsiteY2" fmla="*/ 2517934 h 5034820"/>
              <a:gd name="connsiteX3" fmla="*/ 5898261 w 8415146"/>
              <a:gd name="connsiteY3" fmla="*/ 0 h 5034820"/>
              <a:gd name="connsiteX4" fmla="*/ 0 w 8415146"/>
              <a:gd name="connsiteY4" fmla="*/ 0 h 5034820"/>
              <a:gd name="connsiteX5" fmla="*/ 0 w 8415146"/>
              <a:gd name="connsiteY5" fmla="*/ 5034820 h 50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5146" h="5034820">
                <a:moveTo>
                  <a:pt x="0" y="5034820"/>
                </a:moveTo>
                <a:lnTo>
                  <a:pt x="5898261" y="5034820"/>
                </a:lnTo>
                <a:cubicBezTo>
                  <a:pt x="7287101" y="5034820"/>
                  <a:pt x="8415147" y="3908393"/>
                  <a:pt x="8415147" y="2517934"/>
                </a:cubicBezTo>
                <a:cubicBezTo>
                  <a:pt x="8415242" y="1127093"/>
                  <a:pt x="7288816" y="0"/>
                  <a:pt x="5898261" y="0"/>
                </a:cubicBezTo>
                <a:lnTo>
                  <a:pt x="0" y="0"/>
                </a:lnTo>
                <a:lnTo>
                  <a:pt x="0" y="5034820"/>
                </a:lnTo>
                <a:close/>
              </a:path>
            </a:pathLst>
          </a:custGeom>
          <a:solidFill>
            <a:schemeClr val="accent1"/>
          </a:solidFill>
          <a:ln w="9525" cap="flat">
            <a:noFill/>
            <a:prstDash val="solid"/>
            <a:miter/>
          </a:ln>
        </p:spPr>
        <p:txBody>
          <a:bodyPr rtlCol="0" anchor="ctr"/>
          <a:lstStyle/>
          <a:p>
            <a:endParaRPr lang="en-AU"/>
          </a:p>
        </p:txBody>
      </p:sp>
      <p:sp>
        <p:nvSpPr>
          <p:cNvPr id="2" name="Title"/>
          <p:cNvSpPr>
            <a:spLocks noGrp="1"/>
          </p:cNvSpPr>
          <p:nvPr>
            <p:ph type="title" hasCustomPrompt="1"/>
          </p:nvPr>
        </p:nvSpPr>
        <p:spPr>
          <a:xfrm>
            <a:off x="801765" y="1473196"/>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14" name="Body copy text">
            <a:extLst>
              <a:ext uri="{FF2B5EF4-FFF2-40B4-BE49-F238E27FC236}">
                <a16:creationId xmlns:a16="http://schemas.microsoft.com/office/drawing/2014/main" id="{7CEB7F94-BC87-4343-A596-E86EF3A223CB}"/>
              </a:ext>
            </a:extLst>
          </p:cNvPr>
          <p:cNvSpPr>
            <a:spLocks noGrp="1"/>
          </p:cNvSpPr>
          <p:nvPr>
            <p:ph sz="quarter" idx="12" hasCustomPrompt="1"/>
          </p:nvPr>
        </p:nvSpPr>
        <p:spPr>
          <a:xfrm>
            <a:off x="801764" y="2662888"/>
            <a:ext cx="5507999" cy="2664000"/>
          </a:xfrm>
          <a:noFill/>
        </p:spPr>
        <p:txBody>
          <a:bodyPr lIns="90000" tIns="9000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vl2pPr>
              <a:defRPr sz="1200"/>
            </a:lvl2pPr>
            <a:lvl3pPr>
              <a:spcBef>
                <a:spcPts val="600"/>
              </a:spcBef>
              <a:defRPr sz="12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Deakin Logo" descr="Deakin Logo">
            <a:extLst>
              <a:ext uri="{FF2B5EF4-FFF2-40B4-BE49-F238E27FC236}">
                <a16:creationId xmlns:a16="http://schemas.microsoft.com/office/drawing/2014/main" id="{23338597-587A-4CB8-83E0-91137A59A5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10240" y="345808"/>
            <a:ext cx="1038747" cy="1037217"/>
          </a:xfrm>
          <a:prstGeom prst="rect">
            <a:avLst/>
          </a:prstGeom>
        </p:spPr>
      </p:pic>
      <p:sp>
        <p:nvSpPr>
          <p:cNvPr id="5" name="Slide Number">
            <a:extLst>
              <a:ext uri="{FF2B5EF4-FFF2-40B4-BE49-F238E27FC236}">
                <a16:creationId xmlns:a16="http://schemas.microsoft.com/office/drawing/2014/main" id="{C68B1544-0DFA-459D-8ABC-F4811138FABA}"/>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971B77DE-A496-4B93-B64F-ED5DC4A08ACE}"/>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C6096C4C-B29C-42A4-AD6C-2A14A7616E8E}"/>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1195139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B">
    <p:spTree>
      <p:nvGrpSpPr>
        <p:cNvPr id="1" name=""/>
        <p:cNvGrpSpPr/>
        <p:nvPr/>
      </p:nvGrpSpPr>
      <p:grpSpPr>
        <a:xfrm>
          <a:off x="0" y="0"/>
          <a:ext cx="0" cy="0"/>
          <a:chOff x="0" y="0"/>
          <a:chExt cx="0" cy="0"/>
        </a:xfrm>
      </p:grpSpPr>
      <p:sp>
        <p:nvSpPr>
          <p:cNvPr id="15" name="Background">
            <a:extLst>
              <a:ext uri="{FF2B5EF4-FFF2-40B4-BE49-F238E27FC236}">
                <a16:creationId xmlns:a16="http://schemas.microsoft.com/office/drawing/2014/main" id="{4262EEFC-6A97-470A-8C1E-B4F6FAF14D43}"/>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1402661" y="1473196"/>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16" name="Body copy text">
            <a:extLst>
              <a:ext uri="{FF2B5EF4-FFF2-40B4-BE49-F238E27FC236}">
                <a16:creationId xmlns:a16="http://schemas.microsoft.com/office/drawing/2014/main" id="{F3791DE4-1437-4699-A928-975D1055FA5F}"/>
              </a:ext>
            </a:extLst>
          </p:cNvPr>
          <p:cNvSpPr>
            <a:spLocks noGrp="1"/>
          </p:cNvSpPr>
          <p:nvPr>
            <p:ph sz="quarter" idx="16" hasCustomPrompt="1"/>
          </p:nvPr>
        </p:nvSpPr>
        <p:spPr>
          <a:xfrm>
            <a:off x="1402662" y="2664820"/>
            <a:ext cx="5508000" cy="259200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Graphic">
            <a:extLst>
              <a:ext uri="{FF2B5EF4-FFF2-40B4-BE49-F238E27FC236}">
                <a16:creationId xmlns:a16="http://schemas.microsoft.com/office/drawing/2014/main" id="{E5E545D0-CCCB-49AF-95FD-78F4DA9A6BE5}"/>
              </a:ext>
              <a:ext uri="{C183D7F6-B498-43B3-948B-1728B52AA6E4}">
                <adec:decorative xmlns:adec="http://schemas.microsoft.com/office/drawing/2017/decorative" val="1"/>
              </a:ext>
            </a:extLst>
          </p:cNvPr>
          <p:cNvSpPr/>
          <p:nvPr/>
        </p:nvSpPr>
        <p:spPr>
          <a:xfrm>
            <a:off x="850311" y="828810"/>
            <a:ext cx="7587424" cy="5091970"/>
          </a:xfrm>
          <a:custGeom>
            <a:avLst/>
            <a:gdLst>
              <a:gd name="connsiteX0" fmla="*/ 5041869 w 7587424"/>
              <a:gd name="connsiteY0" fmla="*/ 5091970 h 5091970"/>
              <a:gd name="connsiteX1" fmla="*/ 0 w 7587424"/>
              <a:gd name="connsiteY1" fmla="*/ 5091970 h 5091970"/>
              <a:gd name="connsiteX2" fmla="*/ 0 w 7587424"/>
              <a:gd name="connsiteY2" fmla="*/ 0 h 5091970"/>
              <a:gd name="connsiteX3" fmla="*/ 5041869 w 7587424"/>
              <a:gd name="connsiteY3" fmla="*/ 0 h 5091970"/>
              <a:gd name="connsiteX4" fmla="*/ 6841998 w 7587424"/>
              <a:gd name="connsiteY4" fmla="*/ 745808 h 5091970"/>
              <a:gd name="connsiteX5" fmla="*/ 7587425 w 7587424"/>
              <a:gd name="connsiteY5" fmla="*/ 2546509 h 5091970"/>
              <a:gd name="connsiteX6" fmla="*/ 6841427 w 7587424"/>
              <a:gd name="connsiteY6" fmla="*/ 4346543 h 5091970"/>
              <a:gd name="connsiteX7" fmla="*/ 5041869 w 7587424"/>
              <a:gd name="connsiteY7" fmla="*/ 5091970 h 5091970"/>
              <a:gd name="connsiteX8" fmla="*/ 57150 w 7587424"/>
              <a:gd name="connsiteY8" fmla="*/ 5034820 h 5091970"/>
              <a:gd name="connsiteX9" fmla="*/ 5041869 w 7587424"/>
              <a:gd name="connsiteY9" fmla="*/ 5034820 h 5091970"/>
              <a:gd name="connsiteX10" fmla="*/ 7530180 w 7587424"/>
              <a:gd name="connsiteY10" fmla="*/ 2546509 h 5091970"/>
              <a:gd name="connsiteX11" fmla="*/ 5041869 w 7587424"/>
              <a:gd name="connsiteY11" fmla="*/ 57150 h 5091970"/>
              <a:gd name="connsiteX12" fmla="*/ 57150 w 7587424"/>
              <a:gd name="connsiteY12" fmla="*/ 57150 h 5091970"/>
              <a:gd name="connsiteX13" fmla="*/ 57150 w 7587424"/>
              <a:gd name="connsiteY13" fmla="*/ 5034820 h 509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7424" h="5091970">
                <a:moveTo>
                  <a:pt x="5041869" y="5091970"/>
                </a:moveTo>
                <a:lnTo>
                  <a:pt x="0" y="5091970"/>
                </a:lnTo>
                <a:lnTo>
                  <a:pt x="0" y="0"/>
                </a:lnTo>
                <a:lnTo>
                  <a:pt x="5041869" y="0"/>
                </a:lnTo>
                <a:cubicBezTo>
                  <a:pt x="5721953" y="0"/>
                  <a:pt x="6361271" y="264890"/>
                  <a:pt x="6841998" y="745808"/>
                </a:cubicBezTo>
                <a:cubicBezTo>
                  <a:pt x="7322630" y="1226725"/>
                  <a:pt x="7587425" y="1866233"/>
                  <a:pt x="7587425" y="2546509"/>
                </a:cubicBezTo>
                <a:cubicBezTo>
                  <a:pt x="7587425" y="3226403"/>
                  <a:pt x="7322439" y="3865721"/>
                  <a:pt x="6841427" y="4346543"/>
                </a:cubicBezTo>
                <a:cubicBezTo>
                  <a:pt x="6360414" y="4827270"/>
                  <a:pt x="5721382" y="5091970"/>
                  <a:pt x="5041869" y="5091970"/>
                </a:cubicBezTo>
                <a:close/>
                <a:moveTo>
                  <a:pt x="57150" y="5034820"/>
                </a:moveTo>
                <a:lnTo>
                  <a:pt x="5041869" y="5034820"/>
                </a:lnTo>
                <a:cubicBezTo>
                  <a:pt x="6413945" y="5034820"/>
                  <a:pt x="7530180" y="3918585"/>
                  <a:pt x="7530180" y="2546509"/>
                </a:cubicBezTo>
                <a:cubicBezTo>
                  <a:pt x="7530275" y="1173861"/>
                  <a:pt x="6413945" y="57150"/>
                  <a:pt x="5041869" y="57150"/>
                </a:cubicBezTo>
                <a:lnTo>
                  <a:pt x="57150" y="57150"/>
                </a:lnTo>
                <a:lnTo>
                  <a:pt x="57150" y="5034820"/>
                </a:lnTo>
                <a:close/>
              </a:path>
            </a:pathLst>
          </a:custGeom>
          <a:solidFill>
            <a:srgbClr val="FFFFFF"/>
          </a:solidFill>
          <a:ln w="9525" cap="flat">
            <a:noFill/>
            <a:prstDash val="solid"/>
            <a:miter/>
          </a:ln>
        </p:spPr>
        <p:txBody>
          <a:bodyPr rtlCol="0" anchor="ctr"/>
          <a:lstStyle/>
          <a:p>
            <a:endParaRPr lang="en-AU"/>
          </a:p>
        </p:txBody>
      </p:sp>
      <p:pic>
        <p:nvPicPr>
          <p:cNvPr id="13" name="Deakin Logo" descr="Deakin Logo">
            <a:extLst>
              <a:ext uri="{FF2B5EF4-FFF2-40B4-BE49-F238E27FC236}">
                <a16:creationId xmlns:a16="http://schemas.microsoft.com/office/drawing/2014/main" id="{23338597-587A-4CB8-83E0-91137A59A5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10240" y="345808"/>
            <a:ext cx="1038747" cy="1037217"/>
          </a:xfrm>
          <a:prstGeom prst="rect">
            <a:avLst/>
          </a:prstGeom>
        </p:spPr>
      </p:pic>
      <p:sp>
        <p:nvSpPr>
          <p:cNvPr id="5" name="Slide Number">
            <a:extLst>
              <a:ext uri="{FF2B5EF4-FFF2-40B4-BE49-F238E27FC236}">
                <a16:creationId xmlns:a16="http://schemas.microsoft.com/office/drawing/2014/main" id="{37EA43FF-D04F-4A6E-9F96-422B82399310}"/>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6CDDB718-A996-4A98-8739-BEFFB22474D3}"/>
              </a:ext>
            </a:extLst>
          </p:cNvPr>
          <p:cNvSpPr>
            <a:spLocks noGrp="1"/>
          </p:cNvSpPr>
          <p:nvPr>
            <p:ph type="dt" sz="half" idx="17"/>
          </p:nvPr>
        </p:nvSpPr>
        <p:spPr/>
        <p:txBody>
          <a:bodyPr/>
          <a:lstStyle/>
          <a:p>
            <a:endParaRPr lang="en-GB" dirty="0"/>
          </a:p>
        </p:txBody>
      </p:sp>
      <p:sp>
        <p:nvSpPr>
          <p:cNvPr id="4" name="Footer/CRICOS">
            <a:extLst>
              <a:ext uri="{FF2B5EF4-FFF2-40B4-BE49-F238E27FC236}">
                <a16:creationId xmlns:a16="http://schemas.microsoft.com/office/drawing/2014/main" id="{1F08ED1B-906B-4B47-B5E0-ED1012EB0674}"/>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371841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C">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0CFD4351-9C64-4705-A41F-E710159B5BFA}"/>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801765" y="278670"/>
            <a:ext cx="8496000" cy="468000"/>
          </a:xfrm>
        </p:spPr>
        <p:txBody>
          <a:bodyPr/>
          <a:lstStyle>
            <a:lvl1pPr>
              <a:lnSpc>
                <a:spcPct val="100000"/>
              </a:lnSpc>
              <a:buFont typeface="Arial" panose="020B0604020202020204" pitchFamily="34" charset="0"/>
              <a:buNone/>
              <a:defRPr sz="2200">
                <a:solidFill>
                  <a:schemeClr val="bg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24732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solidFill>
                  <a:schemeClr val="bg1"/>
                </a:solidFill>
              </a:defRPr>
            </a:lvl1pPr>
            <a:lvl2pPr>
              <a:defRPr>
                <a:solidFill>
                  <a:schemeClr val="bg1"/>
                </a:solidFill>
              </a:defRPr>
            </a:lvl2pPr>
            <a:lvl3pPr>
              <a:spcBef>
                <a:spcPts val="600"/>
              </a:spcBef>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Header Graphic">
            <a:extLst>
              <a:ext uri="{FF2B5EF4-FFF2-40B4-BE49-F238E27FC236}">
                <a16:creationId xmlns:a16="http://schemas.microsoft.com/office/drawing/2014/main" id="{8515E671-E538-4CCB-8E7C-A93467ED956C}"/>
              </a:ext>
              <a:ext uri="{C183D7F6-B498-43B3-948B-1728B52AA6E4}">
                <adec:decorative xmlns:adec="http://schemas.microsoft.com/office/drawing/2017/decorative" val="1"/>
              </a:ext>
            </a:extLst>
          </p:cNvPr>
          <p:cNvSpPr>
            <a:spLocks/>
          </p:cNvSpPr>
          <p:nvPr userDrawn="1"/>
        </p:nvSpPr>
        <p:spPr bwMode="auto">
          <a:xfrm>
            <a:off x="3175" y="0"/>
            <a:ext cx="10177145" cy="901101"/>
          </a:xfrm>
          <a:custGeom>
            <a:avLst/>
            <a:gdLst>
              <a:gd name="T0" fmla="*/ 4275 w 4275"/>
              <a:gd name="T1" fmla="*/ 0 h 376"/>
              <a:gd name="T2" fmla="*/ 4275 w 4275"/>
              <a:gd name="T3" fmla="*/ 0 h 376"/>
              <a:gd name="T4" fmla="*/ 4259 w 4275"/>
              <a:gd name="T5" fmla="*/ 0 h 376"/>
              <a:gd name="T6" fmla="*/ 4259 w 4275"/>
              <a:gd name="T7" fmla="*/ 0 h 376"/>
              <a:gd name="T8" fmla="*/ 3899 w 4275"/>
              <a:gd name="T9" fmla="*/ 360 h 376"/>
              <a:gd name="T10" fmla="*/ 0 w 4275"/>
              <a:gd name="T11" fmla="*/ 360 h 376"/>
              <a:gd name="T12" fmla="*/ 0 w 4275"/>
              <a:gd name="T13" fmla="*/ 376 h 376"/>
              <a:gd name="T14" fmla="*/ 3899 w 4275"/>
              <a:gd name="T15" fmla="*/ 376 h 376"/>
              <a:gd name="T16" fmla="*/ 4275 w 4275"/>
              <a:gd name="T17"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5" h="376">
                <a:moveTo>
                  <a:pt x="4275" y="0"/>
                </a:moveTo>
                <a:cubicBezTo>
                  <a:pt x="4275" y="0"/>
                  <a:pt x="4275" y="0"/>
                  <a:pt x="4275" y="0"/>
                </a:cubicBezTo>
                <a:cubicBezTo>
                  <a:pt x="4259" y="0"/>
                  <a:pt x="4259" y="0"/>
                  <a:pt x="4259" y="0"/>
                </a:cubicBezTo>
                <a:cubicBezTo>
                  <a:pt x="4259" y="0"/>
                  <a:pt x="4259" y="0"/>
                  <a:pt x="4259" y="0"/>
                </a:cubicBezTo>
                <a:cubicBezTo>
                  <a:pt x="4259" y="199"/>
                  <a:pt x="4098" y="360"/>
                  <a:pt x="3899" y="360"/>
                </a:cubicBezTo>
                <a:cubicBezTo>
                  <a:pt x="0" y="360"/>
                  <a:pt x="0" y="360"/>
                  <a:pt x="0" y="360"/>
                </a:cubicBezTo>
                <a:cubicBezTo>
                  <a:pt x="0" y="376"/>
                  <a:pt x="0" y="376"/>
                  <a:pt x="0" y="376"/>
                </a:cubicBezTo>
                <a:cubicBezTo>
                  <a:pt x="3899" y="376"/>
                  <a:pt x="3899" y="376"/>
                  <a:pt x="3899" y="376"/>
                </a:cubicBezTo>
                <a:cubicBezTo>
                  <a:pt x="4106" y="376"/>
                  <a:pt x="4275" y="207"/>
                  <a:pt x="4275" y="0"/>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 name="Slide Number">
            <a:extLst>
              <a:ext uri="{FF2B5EF4-FFF2-40B4-BE49-F238E27FC236}">
                <a16:creationId xmlns:a16="http://schemas.microsoft.com/office/drawing/2014/main" id="{0C0F968D-EDD8-4F6B-84B9-82CCA88FAEA7}"/>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BE3CC924-D035-438F-8001-2843F4CBDD5A}"/>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EA94DFF9-D916-402B-9E90-5C63C3CFC8B9}"/>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pic>
        <p:nvPicPr>
          <p:cNvPr id="16" name="Deakin Logo" descr="Deakin Logo">
            <a:extLst>
              <a:ext uri="{FF2B5EF4-FFF2-40B4-BE49-F238E27FC236}">
                <a16:creationId xmlns:a16="http://schemas.microsoft.com/office/drawing/2014/main" id="{7AC874EC-57B5-49C0-824E-DA7F5655684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8955" y="205550"/>
            <a:ext cx="651961" cy="651000"/>
          </a:xfrm>
          <a:prstGeom prst="rect">
            <a:avLst/>
          </a:prstGeom>
        </p:spPr>
      </p:pic>
    </p:spTree>
    <p:extLst>
      <p:ext uri="{BB962C8B-B14F-4D97-AF65-F5344CB8AC3E}">
        <p14:creationId xmlns:p14="http://schemas.microsoft.com/office/powerpoint/2010/main" val="32185690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D">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19E9C816-6474-471F-AE0E-BE2E2A471D07}"/>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bg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solidFill>
                  <a:schemeClr val="bg1"/>
                </a:solidFill>
              </a:defRPr>
            </a:lvl1pPr>
            <a:lvl2pPr>
              <a:defRPr>
                <a:solidFill>
                  <a:schemeClr val="bg1"/>
                </a:solidFill>
              </a:defRPr>
            </a:lvl2pPr>
            <a:lvl3pPr>
              <a:spcBef>
                <a:spcPts val="600"/>
              </a:spcBef>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s">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rgbClr val="58B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491CA120-A3CC-4D51-908E-B32825A79F95}"/>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F42FB864-99B6-4CFC-8C0E-16AC413A621A}"/>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E4B97F27-BBD0-4892-9F01-48CF1B733F20}"/>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pic>
        <p:nvPicPr>
          <p:cNvPr id="17" name="Deakin Logo" descr="Deakin Logo">
            <a:extLst>
              <a:ext uri="{FF2B5EF4-FFF2-40B4-BE49-F238E27FC236}">
                <a16:creationId xmlns:a16="http://schemas.microsoft.com/office/drawing/2014/main" id="{27BBA998-D685-4B60-89ED-6011BC67AE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8955" y="205550"/>
            <a:ext cx="651961" cy="651000"/>
          </a:xfrm>
          <a:prstGeom prst="rect">
            <a:avLst/>
          </a:prstGeom>
        </p:spPr>
      </p:pic>
    </p:spTree>
    <p:extLst>
      <p:ext uri="{BB962C8B-B14F-4D97-AF65-F5344CB8AC3E}">
        <p14:creationId xmlns:p14="http://schemas.microsoft.com/office/powerpoint/2010/main" val="41128036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97755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theme" Target="../theme/theme2.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C4ED600E-90B7-4D49-803F-18C3CB208852}"/>
              </a:ext>
            </a:extLst>
          </p:cNvPr>
          <p:cNvSpPr/>
          <p:nvPr userDrawn="1"/>
        </p:nvSpPr>
        <p:spPr>
          <a:xfrm flipV="1">
            <a:off x="0" y="-1"/>
            <a:ext cx="8769311" cy="1230123"/>
          </a:xfrm>
          <a:custGeom>
            <a:avLst/>
            <a:gdLst>
              <a:gd name="connsiteX0" fmla="*/ 741970 w 8769311"/>
              <a:gd name="connsiteY0" fmla="*/ 1230123 h 1230123"/>
              <a:gd name="connsiteX1" fmla="*/ 1254832 w 8769311"/>
              <a:gd name="connsiteY1" fmla="*/ 1230123 h 1230123"/>
              <a:gd name="connsiteX2" fmla="*/ 1254832 w 8769311"/>
              <a:gd name="connsiteY2" fmla="*/ 1230122 h 1230123"/>
              <a:gd name="connsiteX3" fmla="*/ 8769275 w 8769311"/>
              <a:gd name="connsiteY3" fmla="*/ 1230122 h 1230123"/>
              <a:gd name="connsiteX4" fmla="*/ 8769311 w 8769311"/>
              <a:gd name="connsiteY4" fmla="*/ 1229400 h 1230123"/>
              <a:gd name="connsiteX5" fmla="*/ 7560373 w 8769311"/>
              <a:gd name="connsiteY5" fmla="*/ 0 h 1230123"/>
              <a:gd name="connsiteX6" fmla="*/ 3733364 w 8769311"/>
              <a:gd name="connsiteY6" fmla="*/ 0 h 1230123"/>
              <a:gd name="connsiteX7" fmla="*/ 2463698 w 8769311"/>
              <a:gd name="connsiteY7" fmla="*/ 0 h 1230123"/>
              <a:gd name="connsiteX8" fmla="*/ 0 w 8769311"/>
              <a:gd name="connsiteY8" fmla="*/ 0 h 1230123"/>
              <a:gd name="connsiteX9" fmla="*/ 0 w 8769311"/>
              <a:gd name="connsiteY9" fmla="*/ 1230122 h 1230123"/>
              <a:gd name="connsiteX10" fmla="*/ 741970 w 8769311"/>
              <a:gd name="connsiteY10" fmla="*/ 1230122 h 1230123"/>
              <a:gd name="connsiteX11" fmla="*/ 741970 w 8769311"/>
              <a:gd name="connsiteY11" fmla="*/ 1230123 h 123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69311" h="1230123">
                <a:moveTo>
                  <a:pt x="741970" y="1230123"/>
                </a:moveTo>
                <a:lnTo>
                  <a:pt x="1254832" y="1230123"/>
                </a:lnTo>
                <a:lnTo>
                  <a:pt x="1254832" y="1230122"/>
                </a:lnTo>
                <a:lnTo>
                  <a:pt x="8769275" y="1230122"/>
                </a:lnTo>
                <a:lnTo>
                  <a:pt x="8769311" y="1229400"/>
                </a:lnTo>
                <a:cubicBezTo>
                  <a:pt x="8769311" y="550384"/>
                  <a:pt x="8227985" y="0"/>
                  <a:pt x="7560373" y="0"/>
                </a:cubicBezTo>
                <a:lnTo>
                  <a:pt x="3733364" y="0"/>
                </a:lnTo>
                <a:lnTo>
                  <a:pt x="2463698" y="0"/>
                </a:lnTo>
                <a:lnTo>
                  <a:pt x="0" y="0"/>
                </a:lnTo>
                <a:lnTo>
                  <a:pt x="0" y="1230122"/>
                </a:lnTo>
                <a:lnTo>
                  <a:pt x="741970" y="1230122"/>
                </a:lnTo>
                <a:lnTo>
                  <a:pt x="741970" y="123012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Date Placeholder 3"/>
          <p:cNvSpPr>
            <a:spLocks noGrp="1"/>
          </p:cNvSpPr>
          <p:nvPr>
            <p:ph type="dt" sz="half" idx="2"/>
          </p:nvPr>
        </p:nvSpPr>
        <p:spPr>
          <a:xfrm>
            <a:off x="818456" y="6330733"/>
            <a:ext cx="1656000" cy="204248"/>
          </a:xfrm>
          <a:prstGeom prst="rect">
            <a:avLst/>
          </a:prstGeom>
        </p:spPr>
        <p:txBody>
          <a:bodyPr vert="horz" lIns="91440" tIns="45720" rIns="91440" bIns="45720" rtlCol="0" anchor="ctr"/>
          <a:lstStyle>
            <a:lvl1pPr algn="l">
              <a:defRPr sz="650">
                <a:solidFill>
                  <a:schemeClr val="tx1"/>
                </a:solidFill>
              </a:defRPr>
            </a:lvl1pPr>
          </a:lstStyle>
          <a:p>
            <a:fld id="{8347483D-EE3D-244F-90A1-439FBC307E48}" type="datetime1">
              <a:rPr lang="en-AU" smtClean="0"/>
              <a:t>5/7/2024</a:t>
            </a:fld>
            <a:endParaRPr lang="en-GB" dirty="0"/>
          </a:p>
        </p:txBody>
      </p:sp>
      <p:sp>
        <p:nvSpPr>
          <p:cNvPr id="6" name="Slide Number Placeholder 5"/>
          <p:cNvSpPr>
            <a:spLocks noGrp="1"/>
          </p:cNvSpPr>
          <p:nvPr>
            <p:ph type="sldNum" sz="quarter" idx="4"/>
          </p:nvPr>
        </p:nvSpPr>
        <p:spPr>
          <a:xfrm>
            <a:off x="242456" y="6287423"/>
            <a:ext cx="576000" cy="247558"/>
          </a:xfrm>
          <a:prstGeom prst="rect">
            <a:avLst/>
          </a:prstGeom>
        </p:spPr>
        <p:txBody>
          <a:bodyPr vert="horz" lIns="91440" tIns="45720" rIns="91440" bIns="45720" rtlCol="0" anchor="ctr"/>
          <a:lstStyle>
            <a:lvl1pPr algn="l">
              <a:defRPr sz="1200">
                <a:solidFill>
                  <a:schemeClr val="tx1"/>
                </a:solidFill>
              </a:defRPr>
            </a:lvl1pPr>
          </a:lstStyle>
          <a:p>
            <a:fld id="{F5AEA0E0-5CC6-4BD0-905C-A0021E419432}" type="slidenum">
              <a:rPr lang="en-GB" smtClean="0"/>
              <a:pPr/>
              <a:t>‹#›</a:t>
            </a:fld>
            <a:endParaRPr lang="en-GB" dirty="0"/>
          </a:p>
        </p:txBody>
      </p:sp>
      <p:grpSp>
        <p:nvGrpSpPr>
          <p:cNvPr id="12" name="Group 11">
            <a:extLst>
              <a:ext uri="{FF2B5EF4-FFF2-40B4-BE49-F238E27FC236}">
                <a16:creationId xmlns:a16="http://schemas.microsoft.com/office/drawing/2014/main" id="{F0C1E104-23DB-455F-9F8B-3367332FFCD4}"/>
              </a:ext>
            </a:extLst>
          </p:cNvPr>
          <p:cNvGrpSpPr/>
          <p:nvPr userDrawn="1"/>
        </p:nvGrpSpPr>
        <p:grpSpPr>
          <a:xfrm>
            <a:off x="10928350" y="164909"/>
            <a:ext cx="1062566" cy="1065213"/>
            <a:chOff x="10928350" y="5591175"/>
            <a:chExt cx="1062566" cy="1065213"/>
          </a:xfrm>
        </p:grpSpPr>
        <p:sp>
          <p:nvSpPr>
            <p:cNvPr id="14" name="Text Placeholder 5">
              <a:extLst>
                <a:ext uri="{FF2B5EF4-FFF2-40B4-BE49-F238E27FC236}">
                  <a16:creationId xmlns:a16="http://schemas.microsoft.com/office/drawing/2014/main" id="{0148C7AF-0E90-42A6-97EB-C6DC7F7C9AE7}"/>
                </a:ext>
              </a:extLst>
            </p:cNvPr>
            <p:cNvSpPr txBox="1">
              <a:spLocks noChangeAspect="1"/>
            </p:cNvSpPr>
            <p:nvPr userDrawn="1"/>
          </p:nvSpPr>
          <p:spPr>
            <a:xfrm>
              <a:off x="10928916" y="5592758"/>
              <a:ext cx="1062000" cy="1062000"/>
            </a:xfrm>
            <a:prstGeom prst="rect">
              <a:avLst/>
            </a:prstGeom>
            <a:blipFill dpi="0" rotWithShape="1">
              <a:blip r:embed="rId28"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Freeform 6">
              <a:extLst>
                <a:ext uri="{FF2B5EF4-FFF2-40B4-BE49-F238E27FC236}">
                  <a16:creationId xmlns:a16="http://schemas.microsoft.com/office/drawing/2014/main" id="{79E5D329-A4F0-4077-93A7-8FAA3ADDA54F}"/>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Footer Placeholder 4"/>
          <p:cNvSpPr>
            <a:spLocks noGrp="1"/>
          </p:cNvSpPr>
          <p:nvPr>
            <p:ph type="ftr" sz="quarter" idx="3"/>
          </p:nvPr>
        </p:nvSpPr>
        <p:spPr>
          <a:xfrm>
            <a:off x="242456" y="6538912"/>
            <a:ext cx="6624000" cy="204248"/>
          </a:xfrm>
          <a:prstGeom prst="rect">
            <a:avLst/>
          </a:prstGeom>
        </p:spPr>
        <p:txBody>
          <a:bodyPr vert="horz" lIns="91440" tIns="45720" rIns="91440" bIns="45720" rtlCol="0" anchor="ctr"/>
          <a:lstStyle>
            <a:lvl1pPr algn="l">
              <a:defRPr sz="650">
                <a:solidFill>
                  <a:schemeClr val="tx1"/>
                </a:solidFill>
              </a:defRPr>
            </a:lvl1pPr>
          </a:lstStyle>
          <a:p>
            <a:endParaRPr lang="en-GB" dirty="0"/>
          </a:p>
        </p:txBody>
      </p:sp>
      <p:sp>
        <p:nvSpPr>
          <p:cNvPr id="3" name="Text Placeholder 2"/>
          <p:cNvSpPr>
            <a:spLocks noGrp="1"/>
          </p:cNvSpPr>
          <p:nvPr>
            <p:ph type="body" idx="1"/>
          </p:nvPr>
        </p:nvSpPr>
        <p:spPr>
          <a:xfrm>
            <a:off x="491187" y="1759351"/>
            <a:ext cx="10193141" cy="3974265"/>
          </a:xfrm>
          <a:prstGeom prst="rect">
            <a:avLst/>
          </a:prstGeom>
          <a:noFill/>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2" name="Title Placeholder 1"/>
          <p:cNvSpPr>
            <a:spLocks noGrp="1"/>
          </p:cNvSpPr>
          <p:nvPr>
            <p:ph type="title"/>
          </p:nvPr>
        </p:nvSpPr>
        <p:spPr>
          <a:xfrm>
            <a:off x="242456" y="270165"/>
            <a:ext cx="8526856" cy="959957"/>
          </a:xfrm>
          <a:prstGeom prst="rect">
            <a:avLst/>
          </a:prstGeom>
        </p:spPr>
        <p:txBody>
          <a:bodyPr vert="horz" lIns="91440" tIns="45720" rIns="91440" bIns="45720" rtlCol="0" anchor="t" anchorCtr="0">
            <a:noAutofit/>
          </a:bodyPr>
          <a:lstStyle/>
          <a:p>
            <a:r>
              <a:rPr lang="en-US"/>
              <a:t>Click to edit Master title style</a:t>
            </a:r>
            <a:endParaRPr lang="en-GB" dirty="0"/>
          </a:p>
        </p:txBody>
      </p:sp>
    </p:spTree>
    <p:extLst>
      <p:ext uri="{BB962C8B-B14F-4D97-AF65-F5344CB8AC3E}">
        <p14:creationId xmlns:p14="http://schemas.microsoft.com/office/powerpoint/2010/main" val="2559479050"/>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61" r:id="rId5"/>
    <p:sldLayoutId id="2147483662" r:id="rId6"/>
    <p:sldLayoutId id="2147483663" r:id="rId7"/>
    <p:sldLayoutId id="2147483650" r:id="rId8"/>
    <p:sldLayoutId id="2147483673" r:id="rId9"/>
    <p:sldLayoutId id="2147483664" r:id="rId10"/>
    <p:sldLayoutId id="2147483671" r:id="rId11"/>
    <p:sldLayoutId id="2147483665" r:id="rId12"/>
    <p:sldLayoutId id="2147483666" r:id="rId13"/>
    <p:sldLayoutId id="2147483667" r:id="rId14"/>
    <p:sldLayoutId id="2147483668" r:id="rId15"/>
    <p:sldLayoutId id="2147483669" r:id="rId16"/>
    <p:sldLayoutId id="2147483670" r:id="rId17"/>
    <p:sldLayoutId id="2147483672" r:id="rId18"/>
    <p:sldLayoutId id="2147483675" r:id="rId19"/>
    <p:sldLayoutId id="2147483676" r:id="rId20"/>
    <p:sldLayoutId id="2147483677" r:id="rId21"/>
    <p:sldLayoutId id="2147483679" r:id="rId22"/>
    <p:sldLayoutId id="2147483678" r:id="rId23"/>
    <p:sldLayoutId id="2147483674" r:id="rId24"/>
    <p:sldLayoutId id="2147483682" r:id="rId25"/>
    <p:sldLayoutId id="2147483713" r:id="rId26"/>
  </p:sldLayoutIdLst>
  <p:hf hdr="0" ftr="0" dt="0"/>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0" indent="0" algn="l" defTabSz="914400" rtl="0" eaLnBrk="1" latinLnBrk="0" hangingPunct="1">
        <a:lnSpc>
          <a:spcPct val="90000"/>
        </a:lnSpc>
        <a:spcBef>
          <a:spcPts val="1000"/>
        </a:spcBef>
        <a:spcAft>
          <a:spcPts val="2400"/>
        </a:spcAft>
        <a:buFont typeface="Arial" panose="020B0604020202020204" pitchFamily="34" charset="0"/>
        <a:buNone/>
        <a:defRPr sz="3700" kern="1200">
          <a:solidFill>
            <a:schemeClr val="tx1"/>
          </a:solidFill>
          <a:latin typeface="+mn-lt"/>
          <a:ea typeface="+mn-ea"/>
          <a:cs typeface="+mn-cs"/>
        </a:defRPr>
      </a:lvl1pPr>
      <a:lvl2pPr marL="0" indent="0" algn="l" defTabSz="914400" rtl="0" eaLnBrk="1" latinLnBrk="0" hangingPunct="1">
        <a:lnSpc>
          <a:spcPct val="100000"/>
        </a:lnSpc>
        <a:spcBef>
          <a:spcPts val="500"/>
        </a:spcBef>
        <a:spcAft>
          <a:spcPts val="0"/>
        </a:spcAft>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500"/>
        </a:spcBef>
        <a:buSzPct val="110000"/>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Calibri" panose="020F0502020204030204" pitchFamily="34" charset="0"/>
        <a:buChar char="–"/>
        <a:defRPr sz="1800" kern="1200">
          <a:solidFill>
            <a:schemeClr val="tx1"/>
          </a:solidFill>
          <a:latin typeface="+mn-lt"/>
          <a:ea typeface="+mn-ea"/>
          <a:cs typeface="+mn-cs"/>
        </a:defRPr>
      </a:lvl4pPr>
      <a:lvl5pPr marL="1800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242456" y="270165"/>
            <a:ext cx="8526856" cy="959957"/>
          </a:xfrm>
          <a:prstGeom prst="rect">
            <a:avLst/>
          </a:prstGeom>
        </p:spPr>
        <p:txBody>
          <a:bodyPr vert="horz" lIns="91440" tIns="45720" rIns="91440" bIns="45720" rtlCol="0" anchor="t" anchorCtr="0">
            <a:noAutofit/>
          </a:bodyPr>
          <a:lstStyle/>
          <a:p>
            <a:r>
              <a:rPr lang="en-US" dirty="0"/>
              <a:t>Click to add title</a:t>
            </a:r>
            <a:endParaRPr lang="en-GB" dirty="0"/>
          </a:p>
        </p:txBody>
      </p:sp>
      <p:sp>
        <p:nvSpPr>
          <p:cNvPr id="3" name="Body copy text"/>
          <p:cNvSpPr>
            <a:spLocks noGrp="1"/>
          </p:cNvSpPr>
          <p:nvPr>
            <p:ph type="body" idx="1"/>
          </p:nvPr>
        </p:nvSpPr>
        <p:spPr>
          <a:xfrm>
            <a:off x="491187" y="1759351"/>
            <a:ext cx="10193141" cy="3974265"/>
          </a:xfrm>
          <a:prstGeom prst="rect">
            <a:avLst/>
          </a:prstGeom>
          <a:noFill/>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grpSp>
        <p:nvGrpSpPr>
          <p:cNvPr id="12" name="Deakin Logo" descr="Deakin Logo">
            <a:extLst>
              <a:ext uri="{FF2B5EF4-FFF2-40B4-BE49-F238E27FC236}">
                <a16:creationId xmlns:a16="http://schemas.microsoft.com/office/drawing/2014/main" id="{F0C1E104-23DB-455F-9F8B-3367332FFCD4}"/>
              </a:ext>
            </a:extLst>
          </p:cNvPr>
          <p:cNvGrpSpPr/>
          <p:nvPr userDrawn="1"/>
        </p:nvGrpSpPr>
        <p:grpSpPr>
          <a:xfrm>
            <a:off x="11339575" y="205549"/>
            <a:ext cx="651345" cy="652971"/>
            <a:chOff x="10928350" y="5591175"/>
            <a:chExt cx="1062560" cy="1065213"/>
          </a:xfrm>
        </p:grpSpPr>
        <p:sp>
          <p:nvSpPr>
            <p:cNvPr id="14" name="Logo">
              <a:extLst>
                <a:ext uri="{FF2B5EF4-FFF2-40B4-BE49-F238E27FC236}">
                  <a16:creationId xmlns:a16="http://schemas.microsoft.com/office/drawing/2014/main" id="{0148C7AF-0E90-42A6-97EB-C6DC7F7C9AE7}"/>
                </a:ext>
              </a:extLst>
            </p:cNvPr>
            <p:cNvSpPr txBox="1">
              <a:spLocks noChangeAspect="1"/>
            </p:cNvSpPr>
            <p:nvPr userDrawn="1"/>
          </p:nvSpPr>
          <p:spPr>
            <a:xfrm>
              <a:off x="10928911" y="5592757"/>
              <a:ext cx="1061999" cy="1061999"/>
            </a:xfrm>
            <a:prstGeom prst="rect">
              <a:avLst/>
            </a:prstGeom>
            <a:blipFill dpi="0" rotWithShape="1">
              <a:blip r:embed="rId30"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Logo">
              <a:extLst>
                <a:ext uri="{FF2B5EF4-FFF2-40B4-BE49-F238E27FC236}">
                  <a16:creationId xmlns:a16="http://schemas.microsoft.com/office/drawing/2014/main" id="{79E5D329-A4F0-4077-93A7-8FAA3ADDA54F}"/>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6" name="Slide Number">
            <a:extLst>
              <a:ext uri="{FF2B5EF4-FFF2-40B4-BE49-F238E27FC236}">
                <a16:creationId xmlns:a16="http://schemas.microsoft.com/office/drawing/2014/main" id="{AACE52C0-4B08-45CF-BEAF-859F2F45B60B}"/>
              </a:ext>
            </a:extLst>
          </p:cNvPr>
          <p:cNvSpPr>
            <a:spLocks noGrp="1"/>
          </p:cNvSpPr>
          <p:nvPr>
            <p:ph type="sldNum" sz="quarter" idx="4"/>
          </p:nvPr>
        </p:nvSpPr>
        <p:spPr>
          <a:xfrm>
            <a:off x="242456" y="6287423"/>
            <a:ext cx="576000" cy="247558"/>
          </a:xfrm>
          <a:prstGeom prst="rect">
            <a:avLst/>
          </a:prstGeom>
        </p:spPr>
        <p:txBody>
          <a:bodyPr vert="horz" lIns="0" tIns="45720" rIns="91440" bIns="45720" rtlCol="0" anchor="ctr"/>
          <a:lstStyle>
            <a:lvl1pPr algn="l">
              <a:defRPr sz="1200">
                <a:solidFill>
                  <a:schemeClr val="tx1"/>
                </a:solidFill>
              </a:defRPr>
            </a:lvl1pPr>
          </a:lstStyle>
          <a:p>
            <a:fld id="{F5AEA0E0-5CC6-4BD0-905C-A0021E419432}" type="slidenum">
              <a:rPr lang="en-GB" smtClean="0"/>
              <a:pPr/>
              <a:t>‹#›</a:t>
            </a:fld>
            <a:endParaRPr lang="en-GB" dirty="0"/>
          </a:p>
        </p:txBody>
      </p:sp>
      <p:sp>
        <p:nvSpPr>
          <p:cNvPr id="13" name="Date">
            <a:extLst>
              <a:ext uri="{FF2B5EF4-FFF2-40B4-BE49-F238E27FC236}">
                <a16:creationId xmlns:a16="http://schemas.microsoft.com/office/drawing/2014/main" id="{9E98F004-A52C-4AA9-BDA8-6A4DA78BF9CB}"/>
              </a:ext>
            </a:extLst>
          </p:cNvPr>
          <p:cNvSpPr>
            <a:spLocks noGrp="1"/>
          </p:cNvSpPr>
          <p:nvPr>
            <p:ph type="dt" sz="half" idx="2"/>
          </p:nvPr>
        </p:nvSpPr>
        <p:spPr>
          <a:xfrm>
            <a:off x="847552" y="6330733"/>
            <a:ext cx="1656000" cy="204248"/>
          </a:xfrm>
          <a:prstGeom prst="rect">
            <a:avLst/>
          </a:prstGeom>
        </p:spPr>
        <p:txBody>
          <a:bodyPr vert="horz" lIns="91440" tIns="45720" rIns="91440" bIns="45720" rtlCol="0" anchor="ctr"/>
          <a:lstStyle>
            <a:lvl1pPr algn="l">
              <a:defRPr sz="650">
                <a:solidFill>
                  <a:schemeClr val="tx1"/>
                </a:solidFill>
              </a:defRPr>
            </a:lvl1pPr>
          </a:lstStyle>
          <a:p>
            <a:endParaRPr lang="en-GB" dirty="0"/>
          </a:p>
        </p:txBody>
      </p:sp>
      <p:sp>
        <p:nvSpPr>
          <p:cNvPr id="18" name="Footer/CRICOS">
            <a:extLst>
              <a:ext uri="{FF2B5EF4-FFF2-40B4-BE49-F238E27FC236}">
                <a16:creationId xmlns:a16="http://schemas.microsoft.com/office/drawing/2014/main" id="{03A50017-3B1D-4EEE-B5F1-4FDD65A99ECA}"/>
              </a:ext>
            </a:extLst>
          </p:cNvPr>
          <p:cNvSpPr>
            <a:spLocks noGrp="1"/>
          </p:cNvSpPr>
          <p:nvPr>
            <p:ph type="ftr" sz="quarter" idx="3"/>
          </p:nvPr>
        </p:nvSpPr>
        <p:spPr>
          <a:xfrm>
            <a:off x="242456" y="6545788"/>
            <a:ext cx="6624000" cy="180000"/>
          </a:xfrm>
          <a:prstGeom prst="rect">
            <a:avLst/>
          </a:prstGeom>
        </p:spPr>
        <p:txBody>
          <a:bodyPr lIns="0" tIns="36000" rIns="0" bIns="36000"/>
          <a:lstStyle>
            <a:lvl1pPr algn="l">
              <a:defRPr sz="500">
                <a:solidFill>
                  <a:schemeClr val="tx1"/>
                </a:solidFill>
              </a:defRPr>
            </a:lvl1pPr>
          </a:lstStyle>
          <a:p>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3040285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spcAft>
          <a:spcPts val="2400"/>
        </a:spcAft>
        <a:buFont typeface="Arial" panose="020B0604020202020204" pitchFamily="34" charset="0"/>
        <a:buNone/>
        <a:defRPr sz="3700" kern="1200">
          <a:solidFill>
            <a:schemeClr val="tx1"/>
          </a:solidFill>
          <a:latin typeface="+mn-lt"/>
          <a:ea typeface="+mn-ea"/>
          <a:cs typeface="+mn-cs"/>
        </a:defRPr>
      </a:lvl1pPr>
      <a:lvl2pPr marL="0" indent="0" algn="l" defTabSz="914400" rtl="0" eaLnBrk="1" latinLnBrk="0" hangingPunct="1">
        <a:lnSpc>
          <a:spcPct val="100000"/>
        </a:lnSpc>
        <a:spcBef>
          <a:spcPts val="500"/>
        </a:spcBef>
        <a:spcAft>
          <a:spcPts val="0"/>
        </a:spcAft>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500"/>
        </a:spcBef>
        <a:buSzPct val="110000"/>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Calibri" panose="020F0502020204030204" pitchFamily="34" charset="0"/>
        <a:buChar char="–"/>
        <a:defRPr sz="1800" kern="1200">
          <a:solidFill>
            <a:schemeClr val="tx1"/>
          </a:solidFill>
          <a:latin typeface="+mn-lt"/>
          <a:ea typeface="+mn-ea"/>
          <a:cs typeface="+mn-cs"/>
        </a:defRPr>
      </a:lvl4pPr>
      <a:lvl5pPr marL="1800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hyperlink" Target="https://ifttt.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9.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FFA1BAF-0148-4509-A5AC-56C34D62B92B}"/>
              </a:ext>
            </a:extLst>
          </p:cNvPr>
          <p:cNvSpPr>
            <a:spLocks noGrp="1"/>
          </p:cNvSpPr>
          <p:nvPr>
            <p:ph type="ctrTitle"/>
          </p:nvPr>
        </p:nvSpPr>
        <p:spPr>
          <a:xfrm>
            <a:off x="6362256" y="542542"/>
            <a:ext cx="4978405" cy="1835208"/>
          </a:xfrm>
        </p:spPr>
        <p:txBody>
          <a:bodyPr/>
          <a:lstStyle/>
          <a:p>
            <a:r>
              <a:rPr lang="en-AU"/>
              <a:t>Smart Platforms</a:t>
            </a:r>
            <a:endParaRPr lang="en-AU" dirty="0"/>
          </a:p>
        </p:txBody>
      </p:sp>
      <p:sp>
        <p:nvSpPr>
          <p:cNvPr id="7" name="Subtitle">
            <a:extLst>
              <a:ext uri="{FF2B5EF4-FFF2-40B4-BE49-F238E27FC236}">
                <a16:creationId xmlns:a16="http://schemas.microsoft.com/office/drawing/2014/main" id="{79171F5E-BEF8-402D-A884-1BB1B6838097}"/>
              </a:ext>
            </a:extLst>
          </p:cNvPr>
          <p:cNvSpPr>
            <a:spLocks noGrp="1"/>
          </p:cNvSpPr>
          <p:nvPr>
            <p:ph type="subTitle" idx="1"/>
          </p:nvPr>
        </p:nvSpPr>
        <p:spPr/>
        <p:txBody>
          <a:bodyPr/>
          <a:lstStyle/>
          <a:p>
            <a:r>
              <a:rPr lang="en-AU" dirty="0"/>
              <a:t>Software Architecture and Scalability for Internet of Things</a:t>
            </a:r>
          </a:p>
          <a:p>
            <a:r>
              <a:rPr lang="en-AU" dirty="0"/>
              <a:t>Kevin Lee</a:t>
            </a:r>
          </a:p>
          <a:p>
            <a:endParaRPr lang="en-AU" dirty="0"/>
          </a:p>
        </p:txBody>
      </p:sp>
      <p:sp>
        <p:nvSpPr>
          <p:cNvPr id="2" name="Footer/CRICOS">
            <a:extLst>
              <a:ext uri="{FF2B5EF4-FFF2-40B4-BE49-F238E27FC236}">
                <a16:creationId xmlns:a16="http://schemas.microsoft.com/office/drawing/2014/main" id="{AA814EF9-62CF-437E-AE6E-7E2F16B881F6}"/>
              </a:ext>
            </a:extLst>
          </p:cNvPr>
          <p:cNvSpPr>
            <a:spLocks noGrp="1"/>
          </p:cNvSpPr>
          <p:nvPr>
            <p:ph type="ftr" sz="quarter" idx="11"/>
          </p:nvPr>
        </p:nvSpPr>
        <p:spPr>
          <a:xfrm>
            <a:off x="5302171" y="6579113"/>
            <a:ext cx="6624000" cy="144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500" b="0" i="0" u="none" strike="noStrike" kern="1200" cap="none" spc="0" normalizeH="0" baseline="0" noProof="0" dirty="0">
                <a:ln>
                  <a:noFill/>
                </a:ln>
                <a:solidFill>
                  <a:prstClr val="white"/>
                </a:solidFill>
                <a:effectLst/>
                <a:uLnTx/>
                <a:uFillTx/>
                <a:latin typeface="Calibri" panose="020F0502020204030204"/>
                <a:ea typeface="+mn-ea"/>
                <a:cs typeface="+mn-cs"/>
              </a:rPr>
              <a:t>Deakin University </a:t>
            </a:r>
            <a:r>
              <a:rPr kumimoji="0" lang="en-AU" sz="500" b="0" i="0" u="none" strike="noStrike" kern="1200" cap="none" spc="0" normalizeH="0" baseline="0" noProof="0" dirty="0" err="1">
                <a:ln>
                  <a:noFill/>
                </a:ln>
                <a:solidFill>
                  <a:prstClr val="white"/>
                </a:solidFill>
                <a:effectLst/>
                <a:uLnTx/>
                <a:uFillTx/>
                <a:latin typeface="Calibri" panose="020F0502020204030204"/>
                <a:ea typeface="+mn-ea"/>
                <a:cs typeface="+mn-cs"/>
              </a:rPr>
              <a:t>CRICOS</a:t>
            </a:r>
            <a:r>
              <a:rPr kumimoji="0" lang="en-AU" sz="500" b="0" i="0" u="none" strike="noStrike" kern="1200" cap="none" spc="0" normalizeH="0" baseline="0" noProof="0" dirty="0">
                <a:ln>
                  <a:noFill/>
                </a:ln>
                <a:solidFill>
                  <a:prstClr val="white"/>
                </a:solidFill>
                <a:effectLst/>
                <a:uLnTx/>
                <a:uFillTx/>
                <a:latin typeface="Calibri" panose="020F0502020204030204"/>
                <a:ea typeface="+mn-ea"/>
                <a:cs typeface="+mn-cs"/>
              </a:rPr>
              <a:t> Provider Code: </a:t>
            </a:r>
            <a:r>
              <a:rPr kumimoji="0" lang="en-AU" sz="500" b="0" i="0" u="none" strike="noStrike" kern="1200" cap="none" spc="0" normalizeH="0" baseline="0" noProof="0" dirty="0" err="1">
                <a:ln>
                  <a:noFill/>
                </a:ln>
                <a:solidFill>
                  <a:prstClr val="white"/>
                </a:solidFill>
                <a:effectLst/>
                <a:uLnTx/>
                <a:uFillTx/>
                <a:latin typeface="Calibri" panose="020F0502020204030204"/>
                <a:ea typeface="+mn-ea"/>
                <a:cs typeface="+mn-cs"/>
              </a:rPr>
              <a:t>00113B</a:t>
            </a:r>
            <a:endParaRPr kumimoji="0" lang="en-GB" sz="5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8843847"/>
      </p:ext>
    </p:extLst>
  </p:cSld>
  <p:clrMapOvr>
    <a:masterClrMapping/>
  </p:clrMapOvr>
  <mc:AlternateContent xmlns:mc="http://schemas.openxmlformats.org/markup-compatibility/2006" xmlns:p14="http://schemas.microsoft.com/office/powerpoint/2010/main">
    <mc:Choice Requires="p14">
      <p:transition spd="slow" p14:dur="2000" advTm="5900"/>
    </mc:Choice>
    <mc:Fallback xmlns="">
      <p:transition spd="slow" advTm="59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a:t>The IoT Loop!</a:t>
            </a:r>
            <a:endParaRPr/>
          </a:p>
        </p:txBody>
      </p:sp>
      <p:sp>
        <p:nvSpPr>
          <p:cNvPr id="12" name="Slide Number Placeholder 1">
            <a:extLst>
              <a:ext uri="{FF2B5EF4-FFF2-40B4-BE49-F238E27FC236}">
                <a16:creationId xmlns:a16="http://schemas.microsoft.com/office/drawing/2014/main" id="{7BB44587-418C-014E-A93C-0FB099AEFF98}"/>
              </a:ext>
            </a:extLst>
          </p:cNvPr>
          <p:cNvSpPr>
            <a:spLocks noGrp="1"/>
          </p:cNvSpPr>
          <p:nvPr>
            <p:ph type="sldNum" sz="quarter" idx="14"/>
          </p:nvPr>
        </p:nvSpPr>
        <p:spPr/>
        <p:txBody>
          <a:bodyPr/>
          <a:lstStyle/>
          <a:p>
            <a:fld id="{00000000-1234-1234-1234-123412341234}" type="slidenum">
              <a:rPr lang="en" smtClean="0"/>
              <a:pPr/>
              <a:t>2</a:t>
            </a:fld>
            <a:endParaRPr lang="en" dirty="0"/>
          </a:p>
        </p:txBody>
      </p:sp>
      <p:sp>
        <p:nvSpPr>
          <p:cNvPr id="61" name="Google Shape;61;p14"/>
          <p:cNvSpPr/>
          <p:nvPr/>
        </p:nvSpPr>
        <p:spPr>
          <a:xfrm>
            <a:off x="1674867" y="4305428"/>
            <a:ext cx="1500000" cy="15952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Sense</a:t>
            </a:r>
            <a:endParaRPr sz="2400" b="1"/>
          </a:p>
        </p:txBody>
      </p:sp>
      <p:sp>
        <p:nvSpPr>
          <p:cNvPr id="62" name="Google Shape;62;p14"/>
          <p:cNvSpPr/>
          <p:nvPr/>
        </p:nvSpPr>
        <p:spPr>
          <a:xfrm>
            <a:off x="5315633" y="1356967"/>
            <a:ext cx="1967200" cy="1967200"/>
          </a:xfrm>
          <a:prstGeom prst="rect">
            <a:avLst/>
          </a:prstGeom>
          <a:solidFill>
            <a:srgbClr val="B4A7D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Think</a:t>
            </a:r>
            <a:endParaRPr sz="3467" b="1" baseline="30000"/>
          </a:p>
        </p:txBody>
      </p:sp>
      <p:sp>
        <p:nvSpPr>
          <p:cNvPr id="63" name="Google Shape;63;p14"/>
          <p:cNvSpPr/>
          <p:nvPr/>
        </p:nvSpPr>
        <p:spPr>
          <a:xfrm>
            <a:off x="9345433" y="4124633"/>
            <a:ext cx="1967200" cy="19672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Act</a:t>
            </a:r>
            <a:endParaRPr sz="2400" b="1"/>
          </a:p>
        </p:txBody>
      </p:sp>
      <p:sp>
        <p:nvSpPr>
          <p:cNvPr id="64" name="Google Shape;64;p14"/>
          <p:cNvSpPr/>
          <p:nvPr/>
        </p:nvSpPr>
        <p:spPr>
          <a:xfrm>
            <a:off x="4558704" y="4124633"/>
            <a:ext cx="3251664" cy="1967184"/>
          </a:xfrm>
          <a:prstGeom prst="cloud">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Environment</a:t>
            </a:r>
            <a:endParaRPr sz="2400" b="1"/>
          </a:p>
        </p:txBody>
      </p:sp>
      <p:cxnSp>
        <p:nvCxnSpPr>
          <p:cNvPr id="65" name="Google Shape;65;p14"/>
          <p:cNvCxnSpPr>
            <a:stCxn id="61" idx="0"/>
            <a:endCxn id="62" idx="1"/>
          </p:cNvCxnSpPr>
          <p:nvPr/>
        </p:nvCxnSpPr>
        <p:spPr>
          <a:xfrm rot="10800000" flipH="1">
            <a:off x="2424867" y="2340628"/>
            <a:ext cx="2890800" cy="19648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66;p14"/>
          <p:cNvCxnSpPr>
            <a:stCxn id="62" idx="3"/>
            <a:endCxn id="63" idx="0"/>
          </p:cNvCxnSpPr>
          <p:nvPr/>
        </p:nvCxnSpPr>
        <p:spPr>
          <a:xfrm>
            <a:off x="7282833" y="2340567"/>
            <a:ext cx="3046400" cy="17840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67;p14"/>
          <p:cNvCxnSpPr>
            <a:stCxn id="64" idx="2"/>
            <a:endCxn id="61" idx="3"/>
          </p:cNvCxnSpPr>
          <p:nvPr/>
        </p:nvCxnSpPr>
        <p:spPr>
          <a:xfrm rot="10800000">
            <a:off x="3174791" y="5103025"/>
            <a:ext cx="1394000" cy="52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68;p14"/>
          <p:cNvCxnSpPr>
            <a:stCxn id="63" idx="1"/>
            <a:endCxn id="64" idx="0"/>
          </p:cNvCxnSpPr>
          <p:nvPr/>
        </p:nvCxnSpPr>
        <p:spPr>
          <a:xfrm rot="10800000">
            <a:off x="7807833" y="5108233"/>
            <a:ext cx="1537600" cy="0"/>
          </a:xfrm>
          <a:prstGeom prst="straightConnector1">
            <a:avLst/>
          </a:prstGeom>
          <a:noFill/>
          <a:ln w="9525" cap="flat" cmpd="sng">
            <a:solidFill>
              <a:schemeClr val="dk2"/>
            </a:solidFill>
            <a:prstDash val="solid"/>
            <a:round/>
            <a:headEnd type="none" w="med" len="med"/>
            <a:tailEnd type="triangle" w="med" len="med"/>
          </a:ln>
        </p:spPr>
      </p:cxnSp>
      <p:sp>
        <p:nvSpPr>
          <p:cNvPr id="11" name="Footer Placeholder 4">
            <a:extLst>
              <a:ext uri="{FF2B5EF4-FFF2-40B4-BE49-F238E27FC236}">
                <a16:creationId xmlns:a16="http://schemas.microsoft.com/office/drawing/2014/main" id="{C972B245-9204-9245-80A7-C341EFE5AC9D}"/>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Tree>
    <p:extLst>
      <p:ext uri="{BB962C8B-B14F-4D97-AF65-F5344CB8AC3E}">
        <p14:creationId xmlns:p14="http://schemas.microsoft.com/office/powerpoint/2010/main" val="916638427"/>
      </p:ext>
    </p:extLst>
  </p:cSld>
  <p:clrMapOvr>
    <a:masterClrMapping/>
  </p:clrMapOvr>
  <mc:AlternateContent xmlns:mc="http://schemas.openxmlformats.org/markup-compatibility/2006" xmlns:p14="http://schemas.microsoft.com/office/powerpoint/2010/main">
    <mc:Choice Requires="p14">
      <p:transition spd="slow" p14:dur="2000" advTm="50503"/>
    </mc:Choice>
    <mc:Fallback xmlns="">
      <p:transition spd="slow" advTm="5050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15"/>
          <p:cNvSpPr txBox="1">
            <a:spLocks noGrp="1"/>
          </p:cNvSpPr>
          <p:nvPr>
            <p:ph sz="quarter" idx="12"/>
          </p:nvPr>
        </p:nvSpPr>
        <p:spPr>
          <a:xfrm>
            <a:off x="818456" y="1032148"/>
            <a:ext cx="10193790" cy="3974666"/>
          </a:xfrm>
          <a:prstGeom prst="rect">
            <a:avLst/>
          </a:prstGeom>
        </p:spPr>
        <p:txBody>
          <a:bodyPr spcFirstLastPara="1" vert="horz" wrap="square" lIns="121900" tIns="121900" rIns="121900" bIns="121900" rtlCol="0" anchor="t" anchorCtr="0">
            <a:noAutofit/>
          </a:bodyPr>
          <a:lstStyle/>
          <a:p>
            <a:pPr>
              <a:lnSpc>
                <a:spcPct val="150000"/>
              </a:lnSpc>
              <a:buClr>
                <a:srgbClr val="000000"/>
              </a:buClr>
              <a:buChar char="-"/>
            </a:pPr>
            <a:r>
              <a:rPr lang="en" sz="2600" dirty="0">
                <a:solidFill>
                  <a:srgbClr val="000000"/>
                </a:solidFill>
              </a:rPr>
              <a:t>The </a:t>
            </a:r>
            <a:r>
              <a:rPr lang="en" sz="2600" b="1" dirty="0">
                <a:solidFill>
                  <a:srgbClr val="000000"/>
                </a:solidFill>
              </a:rPr>
              <a:t>sensing</a:t>
            </a:r>
            <a:r>
              <a:rPr lang="en" sz="2600" dirty="0">
                <a:solidFill>
                  <a:srgbClr val="000000"/>
                </a:solidFill>
              </a:rPr>
              <a:t> components (wearables, mobiles, …) collect data from the managed environment</a:t>
            </a:r>
            <a:endParaRPr sz="2600" dirty="0">
              <a:solidFill>
                <a:srgbClr val="000000"/>
              </a:solidFill>
            </a:endParaRPr>
          </a:p>
          <a:p>
            <a:pPr>
              <a:lnSpc>
                <a:spcPct val="150000"/>
              </a:lnSpc>
              <a:buClr>
                <a:srgbClr val="000000"/>
              </a:buClr>
              <a:buChar char="-"/>
            </a:pPr>
            <a:r>
              <a:rPr lang="en" sz="2600" dirty="0">
                <a:solidFill>
                  <a:srgbClr val="000000"/>
                </a:solidFill>
              </a:rPr>
              <a:t>The </a:t>
            </a:r>
            <a:r>
              <a:rPr lang="en" sz="2600" b="1" dirty="0">
                <a:solidFill>
                  <a:srgbClr val="000000"/>
                </a:solidFill>
              </a:rPr>
              <a:t>thinking</a:t>
            </a:r>
            <a:r>
              <a:rPr lang="en" sz="2600" dirty="0">
                <a:solidFill>
                  <a:srgbClr val="000000"/>
                </a:solidFill>
              </a:rPr>
              <a:t> component(s), </a:t>
            </a:r>
            <a:r>
              <a:rPr lang="en" sz="2600" dirty="0" err="1">
                <a:solidFill>
                  <a:srgbClr val="000000"/>
                </a:solidFill>
              </a:rPr>
              <a:t>analyse</a:t>
            </a:r>
            <a:r>
              <a:rPr lang="en" sz="2600" dirty="0">
                <a:solidFill>
                  <a:srgbClr val="000000"/>
                </a:solidFill>
              </a:rPr>
              <a:t> the data, update the environment model, and may take decisions to change the state of the world (environment) </a:t>
            </a:r>
            <a:endParaRPr sz="2600" dirty="0">
              <a:solidFill>
                <a:srgbClr val="000000"/>
              </a:solidFill>
            </a:endParaRPr>
          </a:p>
          <a:p>
            <a:pPr>
              <a:lnSpc>
                <a:spcPct val="150000"/>
              </a:lnSpc>
              <a:buClr>
                <a:srgbClr val="000000"/>
              </a:buClr>
              <a:buChar char="-"/>
            </a:pPr>
            <a:r>
              <a:rPr lang="en" sz="2600" dirty="0">
                <a:solidFill>
                  <a:srgbClr val="000000"/>
                </a:solidFill>
              </a:rPr>
              <a:t>The </a:t>
            </a:r>
            <a:r>
              <a:rPr lang="en" sz="2600" b="1" dirty="0">
                <a:solidFill>
                  <a:srgbClr val="000000"/>
                </a:solidFill>
              </a:rPr>
              <a:t>actuation</a:t>
            </a:r>
            <a:r>
              <a:rPr lang="en" sz="2600" dirty="0">
                <a:solidFill>
                  <a:srgbClr val="000000"/>
                </a:solidFill>
              </a:rPr>
              <a:t> components, where decisions are put to action to effect changes on the environment.</a:t>
            </a:r>
            <a:endParaRPr sz="2600" dirty="0">
              <a:solidFill>
                <a:srgbClr val="000000"/>
              </a:solidFill>
            </a:endParaRPr>
          </a:p>
        </p:txBody>
      </p:sp>
      <p:sp>
        <p:nvSpPr>
          <p:cNvPr id="73" name="Google Shape;73;p15"/>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t>The IoT Loop!</a:t>
            </a:r>
            <a:endParaRPr dirty="0"/>
          </a:p>
        </p:txBody>
      </p:sp>
      <p:sp>
        <p:nvSpPr>
          <p:cNvPr id="5" name="Slide Number Placeholder 1">
            <a:extLst>
              <a:ext uri="{FF2B5EF4-FFF2-40B4-BE49-F238E27FC236}">
                <a16:creationId xmlns:a16="http://schemas.microsoft.com/office/drawing/2014/main" id="{2CFDFBA2-F1C6-A74D-B0BF-1EA51764937B}"/>
              </a:ext>
            </a:extLst>
          </p:cNvPr>
          <p:cNvSpPr>
            <a:spLocks noGrp="1"/>
          </p:cNvSpPr>
          <p:nvPr>
            <p:ph type="sldNum" sz="quarter" idx="14"/>
          </p:nvPr>
        </p:nvSpPr>
        <p:spPr/>
        <p:txBody>
          <a:bodyPr/>
          <a:lstStyle/>
          <a:p>
            <a:fld id="{00000000-1234-1234-1234-123412341234}" type="slidenum">
              <a:rPr lang="en" smtClean="0"/>
              <a:pPr/>
              <a:t>3</a:t>
            </a:fld>
            <a:endParaRPr lang="en" dirty="0"/>
          </a:p>
        </p:txBody>
      </p:sp>
      <p:sp>
        <p:nvSpPr>
          <p:cNvPr id="4" name="Footer Placeholder 4">
            <a:extLst>
              <a:ext uri="{FF2B5EF4-FFF2-40B4-BE49-F238E27FC236}">
                <a16:creationId xmlns:a16="http://schemas.microsoft.com/office/drawing/2014/main" id="{1663384E-6729-8644-B0C1-267AE002C0C3}"/>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Tree>
    <p:extLst>
      <p:ext uri="{BB962C8B-B14F-4D97-AF65-F5344CB8AC3E}">
        <p14:creationId xmlns:p14="http://schemas.microsoft.com/office/powerpoint/2010/main" val="3958239146"/>
      </p:ext>
    </p:extLst>
  </p:cSld>
  <p:clrMapOvr>
    <a:masterClrMapping/>
  </p:clrMapOvr>
  <mc:AlternateContent xmlns:mc="http://schemas.openxmlformats.org/markup-compatibility/2006" xmlns:p14="http://schemas.microsoft.com/office/powerpoint/2010/main">
    <mc:Choice Requires="p14">
      <p:transition spd="slow" p14:dur="2000" advTm="41266"/>
    </mc:Choice>
    <mc:Fallback xmlns="">
      <p:transition spd="slow" advTm="4126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a:t>The IoT Loop!</a:t>
            </a:r>
            <a:endParaRPr/>
          </a:p>
        </p:txBody>
      </p:sp>
      <p:sp>
        <p:nvSpPr>
          <p:cNvPr id="15" name="Slide Number Placeholder 1">
            <a:extLst>
              <a:ext uri="{FF2B5EF4-FFF2-40B4-BE49-F238E27FC236}">
                <a16:creationId xmlns:a16="http://schemas.microsoft.com/office/drawing/2014/main" id="{A11878C0-E326-5843-9163-32CD65087FC3}"/>
              </a:ext>
            </a:extLst>
          </p:cNvPr>
          <p:cNvSpPr>
            <a:spLocks noGrp="1"/>
          </p:cNvSpPr>
          <p:nvPr>
            <p:ph type="sldNum" sz="quarter" idx="14"/>
          </p:nvPr>
        </p:nvSpPr>
        <p:spPr/>
        <p:txBody>
          <a:bodyPr/>
          <a:lstStyle/>
          <a:p>
            <a:fld id="{00000000-1234-1234-1234-123412341234}" type="slidenum">
              <a:rPr lang="en" smtClean="0"/>
              <a:pPr/>
              <a:t>4</a:t>
            </a:fld>
            <a:endParaRPr lang="en" dirty="0"/>
          </a:p>
        </p:txBody>
      </p:sp>
      <p:sp>
        <p:nvSpPr>
          <p:cNvPr id="80" name="Google Shape;80;p16"/>
          <p:cNvSpPr/>
          <p:nvPr/>
        </p:nvSpPr>
        <p:spPr>
          <a:xfrm>
            <a:off x="1015967" y="1763400"/>
            <a:ext cx="1967200" cy="19672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Sense</a:t>
            </a:r>
            <a:endParaRPr sz="2400" b="1"/>
          </a:p>
        </p:txBody>
      </p:sp>
      <p:sp>
        <p:nvSpPr>
          <p:cNvPr id="81" name="Google Shape;81;p16"/>
          <p:cNvSpPr/>
          <p:nvPr/>
        </p:nvSpPr>
        <p:spPr>
          <a:xfrm>
            <a:off x="5137633" y="1865009"/>
            <a:ext cx="1967200" cy="1813200"/>
          </a:xfrm>
          <a:prstGeom prst="rect">
            <a:avLst/>
          </a:prstGeom>
          <a:solidFill>
            <a:srgbClr val="B4A7D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Think</a:t>
            </a:r>
            <a:endParaRPr sz="3467" b="1" baseline="30000"/>
          </a:p>
        </p:txBody>
      </p:sp>
      <p:sp>
        <p:nvSpPr>
          <p:cNvPr id="82" name="Google Shape;82;p16"/>
          <p:cNvSpPr/>
          <p:nvPr/>
        </p:nvSpPr>
        <p:spPr>
          <a:xfrm>
            <a:off x="9360900" y="1780763"/>
            <a:ext cx="1967200" cy="19672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Act</a:t>
            </a:r>
            <a:endParaRPr sz="2400" b="1"/>
          </a:p>
        </p:txBody>
      </p:sp>
      <p:sp>
        <p:nvSpPr>
          <p:cNvPr id="83" name="Google Shape;83;p16"/>
          <p:cNvSpPr/>
          <p:nvPr/>
        </p:nvSpPr>
        <p:spPr>
          <a:xfrm>
            <a:off x="4573288" y="3933800"/>
            <a:ext cx="3251664" cy="1967184"/>
          </a:xfrm>
          <a:prstGeom prst="cloud">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t>Environment</a:t>
            </a:r>
            <a:endParaRPr sz="2400" b="1"/>
          </a:p>
        </p:txBody>
      </p:sp>
      <p:cxnSp>
        <p:nvCxnSpPr>
          <p:cNvPr id="84" name="Google Shape;84;p16"/>
          <p:cNvCxnSpPr>
            <a:stCxn id="80" idx="3"/>
            <a:endCxn id="81" idx="1"/>
          </p:cNvCxnSpPr>
          <p:nvPr/>
        </p:nvCxnSpPr>
        <p:spPr>
          <a:xfrm>
            <a:off x="2983167" y="2747000"/>
            <a:ext cx="2154400" cy="24800"/>
          </a:xfrm>
          <a:prstGeom prst="straightConnector1">
            <a:avLst/>
          </a:prstGeom>
          <a:noFill/>
          <a:ln w="9525" cap="flat" cmpd="sng">
            <a:solidFill>
              <a:schemeClr val="dk2"/>
            </a:solidFill>
            <a:prstDash val="solid"/>
            <a:round/>
            <a:headEnd type="none" w="med" len="med"/>
            <a:tailEnd type="triangle" w="med" len="med"/>
          </a:ln>
        </p:spPr>
      </p:cxnSp>
      <p:cxnSp>
        <p:nvCxnSpPr>
          <p:cNvPr id="85" name="Google Shape;85;p16"/>
          <p:cNvCxnSpPr>
            <a:stCxn id="81" idx="3"/>
            <a:endCxn id="82" idx="1"/>
          </p:cNvCxnSpPr>
          <p:nvPr/>
        </p:nvCxnSpPr>
        <p:spPr>
          <a:xfrm rot="10800000" flipH="1">
            <a:off x="7104833" y="2764409"/>
            <a:ext cx="2256000" cy="7200"/>
          </a:xfrm>
          <a:prstGeom prst="straightConnector1">
            <a:avLst/>
          </a:prstGeom>
          <a:noFill/>
          <a:ln w="9525" cap="flat" cmpd="sng">
            <a:solidFill>
              <a:schemeClr val="dk2"/>
            </a:solidFill>
            <a:prstDash val="solid"/>
            <a:round/>
            <a:headEnd type="none" w="med" len="med"/>
            <a:tailEnd type="triangle" w="med" len="med"/>
          </a:ln>
        </p:spPr>
      </p:cxnSp>
      <p:cxnSp>
        <p:nvCxnSpPr>
          <p:cNvPr id="86" name="Google Shape;86;p16"/>
          <p:cNvCxnSpPr>
            <a:stCxn id="83" idx="2"/>
            <a:endCxn id="80" idx="3"/>
          </p:cNvCxnSpPr>
          <p:nvPr/>
        </p:nvCxnSpPr>
        <p:spPr>
          <a:xfrm rot="10800000">
            <a:off x="2982975" y="2746992"/>
            <a:ext cx="1600400" cy="2170400"/>
          </a:xfrm>
          <a:prstGeom prst="straightConnector1">
            <a:avLst/>
          </a:prstGeom>
          <a:noFill/>
          <a:ln w="9525" cap="flat" cmpd="sng">
            <a:solidFill>
              <a:schemeClr val="dk2"/>
            </a:solidFill>
            <a:prstDash val="solid"/>
            <a:round/>
            <a:headEnd type="none" w="med" len="med"/>
            <a:tailEnd type="triangle" w="med" len="med"/>
          </a:ln>
        </p:spPr>
      </p:cxnSp>
      <p:cxnSp>
        <p:nvCxnSpPr>
          <p:cNvPr id="87" name="Google Shape;87;p16"/>
          <p:cNvCxnSpPr>
            <a:stCxn id="82" idx="1"/>
            <a:endCxn id="83" idx="0"/>
          </p:cNvCxnSpPr>
          <p:nvPr/>
        </p:nvCxnSpPr>
        <p:spPr>
          <a:xfrm flipH="1">
            <a:off x="7822100" y="2764363"/>
            <a:ext cx="1538800" cy="2153200"/>
          </a:xfrm>
          <a:prstGeom prst="straightConnector1">
            <a:avLst/>
          </a:prstGeom>
          <a:noFill/>
          <a:ln w="9525" cap="flat" cmpd="sng">
            <a:solidFill>
              <a:schemeClr val="dk2"/>
            </a:solidFill>
            <a:prstDash val="solid"/>
            <a:round/>
            <a:headEnd type="none" w="med" len="med"/>
            <a:tailEnd type="triangle" w="med" len="med"/>
          </a:ln>
        </p:spPr>
      </p:cxnSp>
      <p:pic>
        <p:nvPicPr>
          <p:cNvPr id="88" name="Google Shape;88;p16"/>
          <p:cNvPicPr preferRelativeResize="0"/>
          <p:nvPr/>
        </p:nvPicPr>
        <p:blipFill>
          <a:blip r:embed="rId3">
            <a:alphaModFix/>
          </a:blip>
          <a:stretch>
            <a:fillRect/>
          </a:stretch>
        </p:blipFill>
        <p:spPr>
          <a:xfrm>
            <a:off x="4470169" y="79985"/>
            <a:ext cx="3251667" cy="2139817"/>
          </a:xfrm>
          <a:prstGeom prst="rect">
            <a:avLst/>
          </a:prstGeom>
          <a:noFill/>
          <a:ln>
            <a:noFill/>
          </a:ln>
        </p:spPr>
      </p:pic>
      <p:pic>
        <p:nvPicPr>
          <p:cNvPr id="89" name="Google Shape;89;p16"/>
          <p:cNvPicPr preferRelativeResize="0"/>
          <p:nvPr/>
        </p:nvPicPr>
        <p:blipFill>
          <a:blip r:embed="rId4">
            <a:alphaModFix/>
          </a:blip>
          <a:stretch>
            <a:fillRect/>
          </a:stretch>
        </p:blipFill>
        <p:spPr>
          <a:xfrm>
            <a:off x="131100" y="3303666"/>
            <a:ext cx="4047600" cy="2696233"/>
          </a:xfrm>
          <a:prstGeom prst="rect">
            <a:avLst/>
          </a:prstGeom>
          <a:noFill/>
          <a:ln>
            <a:noFill/>
          </a:ln>
        </p:spPr>
      </p:pic>
      <p:pic>
        <p:nvPicPr>
          <p:cNvPr id="90" name="Google Shape;90;p16"/>
          <p:cNvPicPr preferRelativeResize="0"/>
          <p:nvPr/>
        </p:nvPicPr>
        <p:blipFill>
          <a:blip r:embed="rId5">
            <a:alphaModFix/>
          </a:blip>
          <a:stretch>
            <a:fillRect/>
          </a:stretch>
        </p:blipFill>
        <p:spPr>
          <a:xfrm>
            <a:off x="8129768" y="3204768"/>
            <a:ext cx="3931705" cy="2696233"/>
          </a:xfrm>
          <a:prstGeom prst="rect">
            <a:avLst/>
          </a:prstGeom>
          <a:noFill/>
          <a:ln>
            <a:noFill/>
          </a:ln>
        </p:spPr>
      </p:pic>
      <p:sp>
        <p:nvSpPr>
          <p:cNvPr id="14" name="Footer Placeholder 4">
            <a:extLst>
              <a:ext uri="{FF2B5EF4-FFF2-40B4-BE49-F238E27FC236}">
                <a16:creationId xmlns:a16="http://schemas.microsoft.com/office/drawing/2014/main" id="{BF7756E6-F7C1-C945-BF4D-244BF53233E0}"/>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Tree>
    <p:extLst>
      <p:ext uri="{BB962C8B-B14F-4D97-AF65-F5344CB8AC3E}">
        <p14:creationId xmlns:p14="http://schemas.microsoft.com/office/powerpoint/2010/main" val="4206173429"/>
      </p:ext>
    </p:extLst>
  </p:cSld>
  <p:clrMapOvr>
    <a:masterClrMapping/>
  </p:clrMapOvr>
  <mc:AlternateContent xmlns:mc="http://schemas.openxmlformats.org/markup-compatibility/2006" xmlns:p14="http://schemas.microsoft.com/office/powerpoint/2010/main">
    <mc:Choice Requires="p14">
      <p:transition spd="slow" p14:dur="2000" advTm="54333"/>
    </mc:Choice>
    <mc:Fallback xmlns="">
      <p:transition spd="slow" advTm="5433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7"/>
          <p:cNvSpPr txBox="1">
            <a:spLocks noGrp="1"/>
          </p:cNvSpPr>
          <p:nvPr>
            <p:ph sz="quarter" idx="12"/>
          </p:nvPr>
        </p:nvSpPr>
        <p:spPr>
          <a:xfrm>
            <a:off x="999105" y="1026922"/>
            <a:ext cx="8987106" cy="3974666"/>
          </a:xfrm>
          <a:prstGeom prst="rect">
            <a:avLst/>
          </a:prstGeom>
        </p:spPr>
        <p:txBody>
          <a:bodyPr spcFirstLastPara="1" vert="horz" wrap="square" lIns="121900" tIns="121900" rIns="121900" bIns="121900" rtlCol="0" anchor="t" anchorCtr="0">
            <a:noAutofit/>
          </a:bodyPr>
          <a:lstStyle/>
          <a:p>
            <a:pPr>
              <a:buClr>
                <a:schemeClr val="dk1"/>
              </a:buClr>
            </a:pPr>
            <a:r>
              <a:rPr lang="en" sz="2600" dirty="0">
                <a:solidFill>
                  <a:schemeClr val="dk1"/>
                </a:solidFill>
              </a:rPr>
              <a:t>Sensors do not capture everything in a given environment or a monitored object.</a:t>
            </a:r>
            <a:endParaRPr sz="2600" dirty="0">
              <a:solidFill>
                <a:schemeClr val="dk1"/>
              </a:solidFill>
            </a:endParaRPr>
          </a:p>
          <a:p>
            <a:pPr>
              <a:buClr>
                <a:srgbClr val="000000"/>
              </a:buClr>
            </a:pPr>
            <a:r>
              <a:rPr lang="en" sz="2600" dirty="0">
                <a:solidFill>
                  <a:srgbClr val="000000"/>
                </a:solidFill>
              </a:rPr>
              <a:t>Sensors only measure and produce raw data - e.g. temperature, motion, heart rate, etc.  that we have to further process to understand the environment</a:t>
            </a:r>
            <a:endParaRPr sz="2600" dirty="0">
              <a:solidFill>
                <a:srgbClr val="000000"/>
              </a:solidFill>
            </a:endParaRPr>
          </a:p>
          <a:p>
            <a:pPr>
              <a:buClr>
                <a:srgbClr val="000000"/>
              </a:buClr>
            </a:pPr>
            <a:r>
              <a:rPr lang="en" sz="2600" dirty="0">
                <a:solidFill>
                  <a:srgbClr val="000000"/>
                </a:solidFill>
              </a:rPr>
              <a:t>Usually, we do not see or have access to the actual environment. Thus, we do not know the ground truth -- what is actually happening in the environment.</a:t>
            </a:r>
            <a:endParaRPr sz="2600" dirty="0">
              <a:solidFill>
                <a:srgbClr val="000000"/>
              </a:solidFill>
            </a:endParaRPr>
          </a:p>
          <a:p>
            <a:pPr marL="0" indent="0">
              <a:spcBef>
                <a:spcPts val="2133"/>
              </a:spcBef>
              <a:spcAft>
                <a:spcPts val="2133"/>
              </a:spcAft>
              <a:buNone/>
            </a:pPr>
            <a:r>
              <a:rPr lang="en" sz="2600" dirty="0">
                <a:solidFill>
                  <a:srgbClr val="000000"/>
                </a:solidFill>
              </a:rPr>
              <a:t>We need to better understand the context -- going from the bit and bytes we collect from the sensors to clear understanding of what is happening in the environment.</a:t>
            </a:r>
            <a:endParaRPr sz="2600" dirty="0">
              <a:solidFill>
                <a:srgbClr val="000000"/>
              </a:solidFill>
            </a:endParaRPr>
          </a:p>
        </p:txBody>
      </p:sp>
      <p:sp>
        <p:nvSpPr>
          <p:cNvPr id="95" name="Google Shape;95;p17"/>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a:t>Why Thinking? Problems with the current sensing capabilities</a:t>
            </a:r>
            <a:endParaRPr/>
          </a:p>
        </p:txBody>
      </p:sp>
      <p:sp>
        <p:nvSpPr>
          <p:cNvPr id="5" name="Slide Number Placeholder 1">
            <a:extLst>
              <a:ext uri="{FF2B5EF4-FFF2-40B4-BE49-F238E27FC236}">
                <a16:creationId xmlns:a16="http://schemas.microsoft.com/office/drawing/2014/main" id="{6FC0F3A5-B6BE-3548-B921-36E9A6805513}"/>
              </a:ext>
            </a:extLst>
          </p:cNvPr>
          <p:cNvSpPr>
            <a:spLocks noGrp="1"/>
          </p:cNvSpPr>
          <p:nvPr>
            <p:ph type="sldNum" sz="quarter" idx="14"/>
          </p:nvPr>
        </p:nvSpPr>
        <p:spPr/>
        <p:txBody>
          <a:bodyPr/>
          <a:lstStyle/>
          <a:p>
            <a:fld id="{00000000-1234-1234-1234-123412341234}" type="slidenum">
              <a:rPr lang="en" smtClean="0"/>
              <a:pPr/>
              <a:t>5</a:t>
            </a:fld>
            <a:endParaRPr lang="en" dirty="0"/>
          </a:p>
        </p:txBody>
      </p:sp>
      <p:sp>
        <p:nvSpPr>
          <p:cNvPr id="4" name="Footer Placeholder 4">
            <a:extLst>
              <a:ext uri="{FF2B5EF4-FFF2-40B4-BE49-F238E27FC236}">
                <a16:creationId xmlns:a16="http://schemas.microsoft.com/office/drawing/2014/main" id="{3638D3D7-DC4A-9841-8DEE-FE79E600A1A0}"/>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Tree>
    <p:extLst>
      <p:ext uri="{BB962C8B-B14F-4D97-AF65-F5344CB8AC3E}">
        <p14:creationId xmlns:p14="http://schemas.microsoft.com/office/powerpoint/2010/main" val="2736453795"/>
      </p:ext>
    </p:extLst>
  </p:cSld>
  <p:clrMapOvr>
    <a:masterClrMapping/>
  </p:clrMapOvr>
  <mc:AlternateContent xmlns:mc="http://schemas.openxmlformats.org/markup-compatibility/2006" xmlns:p14="http://schemas.microsoft.com/office/powerpoint/2010/main">
    <mc:Choice Requires="p14">
      <p:transition spd="slow" p14:dur="2000" advTm="53535"/>
    </mc:Choice>
    <mc:Fallback xmlns="">
      <p:transition spd="slow" advTm="5353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FF0E2-E801-714F-9493-C9C56CA121F9}"/>
              </a:ext>
            </a:extLst>
          </p:cNvPr>
          <p:cNvSpPr>
            <a:spLocks noGrp="1"/>
          </p:cNvSpPr>
          <p:nvPr>
            <p:ph type="title"/>
          </p:nvPr>
        </p:nvSpPr>
        <p:spPr/>
        <p:txBody>
          <a:bodyPr/>
          <a:lstStyle/>
          <a:p>
            <a:r>
              <a:rPr lang="en-AU" dirty="0"/>
              <a:t>Smart Platforms for IoT</a:t>
            </a:r>
          </a:p>
        </p:txBody>
      </p:sp>
      <p:sp>
        <p:nvSpPr>
          <p:cNvPr id="3" name="Content Placeholder 2">
            <a:extLst>
              <a:ext uri="{FF2B5EF4-FFF2-40B4-BE49-F238E27FC236}">
                <a16:creationId xmlns:a16="http://schemas.microsoft.com/office/drawing/2014/main" id="{62CEEF9D-7693-4541-9595-8963828E32AF}"/>
              </a:ext>
            </a:extLst>
          </p:cNvPr>
          <p:cNvSpPr>
            <a:spLocks noGrp="1"/>
          </p:cNvSpPr>
          <p:nvPr>
            <p:ph idx="1"/>
          </p:nvPr>
        </p:nvSpPr>
        <p:spPr>
          <a:xfrm>
            <a:off x="242456" y="3102351"/>
            <a:ext cx="11748785" cy="2963333"/>
          </a:xfrm>
        </p:spPr>
        <p:txBody>
          <a:bodyPr/>
          <a:lstStyle/>
          <a:p>
            <a:pPr>
              <a:spcAft>
                <a:spcPts val="600"/>
              </a:spcAft>
            </a:pPr>
            <a:r>
              <a:rPr lang="en-AU" sz="2000" dirty="0"/>
              <a:t>All IoT Smart Platforms must enable:</a:t>
            </a:r>
          </a:p>
          <a:p>
            <a:pPr>
              <a:spcAft>
                <a:spcPts val="600"/>
              </a:spcAft>
            </a:pPr>
            <a:r>
              <a:rPr lang="en-AU" sz="2000" dirty="0"/>
              <a:t>1 - the collection of data</a:t>
            </a:r>
          </a:p>
          <a:p>
            <a:pPr>
              <a:spcAft>
                <a:spcPts val="600"/>
              </a:spcAft>
            </a:pPr>
            <a:r>
              <a:rPr lang="en-AU" sz="2000" dirty="0"/>
              <a:t>2 - Some processing/filtering/aggregation or the data</a:t>
            </a:r>
          </a:p>
          <a:p>
            <a:pPr>
              <a:spcAft>
                <a:spcPts val="600"/>
              </a:spcAft>
            </a:pPr>
            <a:r>
              <a:rPr lang="en-AU" sz="2000" dirty="0"/>
              <a:t>2 - the eventual actuation of an event (else it would just be a sensor network) </a:t>
            </a:r>
          </a:p>
        </p:txBody>
      </p:sp>
      <p:sp>
        <p:nvSpPr>
          <p:cNvPr id="8" name="Slide Number Placeholder 1">
            <a:extLst>
              <a:ext uri="{FF2B5EF4-FFF2-40B4-BE49-F238E27FC236}">
                <a16:creationId xmlns:a16="http://schemas.microsoft.com/office/drawing/2014/main" id="{1B04D8CE-CD81-ED4B-8938-449F37350225}"/>
              </a:ext>
            </a:extLst>
          </p:cNvPr>
          <p:cNvSpPr txBox="1">
            <a:spLocks/>
          </p:cNvSpPr>
          <p:nvPr/>
        </p:nvSpPr>
        <p:spPr>
          <a:xfrm>
            <a:off x="11296611" y="6217623"/>
            <a:ext cx="731600" cy="524800"/>
          </a:xfrm>
          <a:prstGeom prst="rect">
            <a:avLst/>
          </a:prstGeom>
        </p:spPr>
        <p:txBody>
          <a:bodyPr spcFirstLastPara="1" vert="horz" wrap="square" lIns="91425" tIns="91425" rIns="91425" bIns="91425" rtlCol="0" anchor="ctr" anchorCtr="0">
            <a:noAutofit/>
          </a:bodyPr>
          <a:lstStyle>
            <a:defPPr>
              <a:defRPr lang="en-US"/>
            </a:defPPr>
            <a:lvl1pPr marL="0" lvl="0" algn="l" defTabSz="914400" rtl="0" eaLnBrk="1" latinLnBrk="0" hangingPunct="1">
              <a:buNone/>
              <a:defRPr sz="1200" kern="1200">
                <a:solidFill>
                  <a:schemeClr val="tx1"/>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00000000-1234-1234-1234-123412341234}" type="slidenum">
              <a:rPr lang="en" smtClean="0"/>
              <a:pPr/>
              <a:t>6</a:t>
            </a:fld>
            <a:endParaRPr lang="en"/>
          </a:p>
        </p:txBody>
      </p:sp>
      <p:sp>
        <p:nvSpPr>
          <p:cNvPr id="9" name="Footer Placeholder 2">
            <a:extLst>
              <a:ext uri="{FF2B5EF4-FFF2-40B4-BE49-F238E27FC236}">
                <a16:creationId xmlns:a16="http://schemas.microsoft.com/office/drawing/2014/main" id="{39ADE4A3-B55D-2648-B34B-59B666DD90FD}"/>
              </a:ext>
            </a:extLst>
          </p:cNvPr>
          <p:cNvSpPr>
            <a:spLocks noGrp="1"/>
          </p:cNvSpPr>
          <p:nvPr>
            <p:ph type="ftr" sz="quarter" idx="11"/>
          </p:nvPr>
        </p:nvSpPr>
        <p:spPr>
          <a:xfrm>
            <a:off x="242456" y="6538912"/>
            <a:ext cx="6624000" cy="204248"/>
          </a:xfrm>
          <a:prstGeom prst="rect">
            <a:avLst/>
          </a:prstGeom>
        </p:spPr>
        <p:txBody>
          <a:bodyPr vert="horz" lIns="91440" tIns="45720" rIns="91440" bIns="45720" rtlCol="0" anchor="ctr"/>
          <a:lstStyle>
            <a:defPPr>
              <a:defRPr lang="en-US"/>
            </a:defPPr>
            <a:lvl1pPr marL="0" algn="l" defTabSz="914400" rtl="0" eaLnBrk="1" latinLnBrk="0" hangingPunct="1">
              <a:defRPr sz="6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Deakin University CRICOS Provider Code: 00113B</a:t>
            </a:r>
            <a:endParaRPr lang="en-GB"/>
          </a:p>
        </p:txBody>
      </p:sp>
      <p:pic>
        <p:nvPicPr>
          <p:cNvPr id="10" name="Picture 9" descr="A diagram of a circular cycle&#10;&#10;Description automatically generated">
            <a:extLst>
              <a:ext uri="{FF2B5EF4-FFF2-40B4-BE49-F238E27FC236}">
                <a16:creationId xmlns:a16="http://schemas.microsoft.com/office/drawing/2014/main" id="{2F3EC932-0368-72F3-4DDE-A0DAD65061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7012" y="1373414"/>
            <a:ext cx="2753837" cy="1789994"/>
          </a:xfrm>
          <a:prstGeom prst="rect">
            <a:avLst/>
          </a:prstGeom>
        </p:spPr>
      </p:pic>
    </p:spTree>
    <p:extLst>
      <p:ext uri="{BB962C8B-B14F-4D97-AF65-F5344CB8AC3E}">
        <p14:creationId xmlns:p14="http://schemas.microsoft.com/office/powerpoint/2010/main" val="389043960"/>
      </p:ext>
    </p:extLst>
  </p:cSld>
  <p:clrMapOvr>
    <a:masterClrMapping/>
  </p:clrMapOvr>
  <mc:AlternateContent xmlns:mc="http://schemas.openxmlformats.org/markup-compatibility/2006" xmlns:p14="http://schemas.microsoft.com/office/powerpoint/2010/main">
    <mc:Choice Requires="p14">
      <p:transition spd="slow" p14:dur="2000" advTm="18166"/>
    </mc:Choice>
    <mc:Fallback xmlns="">
      <p:transition spd="slow" advTm="1816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8"/>
          <p:cNvSpPr txBox="1">
            <a:spLocks noGrp="1"/>
          </p:cNvSpPr>
          <p:nvPr>
            <p:ph sz="quarter" idx="12"/>
          </p:nvPr>
        </p:nvSpPr>
        <p:spPr>
          <a:xfrm>
            <a:off x="378778" y="1441667"/>
            <a:ext cx="10193790" cy="3974666"/>
          </a:xfrm>
          <a:prstGeom prst="rect">
            <a:avLst/>
          </a:prstGeom>
        </p:spPr>
        <p:txBody>
          <a:bodyPr spcFirstLastPara="1" vert="horz" wrap="square" lIns="121900" tIns="121900" rIns="121900" bIns="121900" rtlCol="0" anchor="t" anchorCtr="0">
            <a:noAutofit/>
          </a:bodyPr>
          <a:lstStyle/>
          <a:p>
            <a:pPr>
              <a:buClr>
                <a:srgbClr val="000000"/>
              </a:buClr>
            </a:pPr>
            <a:r>
              <a:rPr lang="en" sz="2600" b="1" dirty="0">
                <a:solidFill>
                  <a:srgbClr val="000000"/>
                </a:solidFill>
              </a:rPr>
              <a:t>Rules engine: </a:t>
            </a:r>
            <a:r>
              <a:rPr lang="en" sz="2600" dirty="0">
                <a:solidFill>
                  <a:srgbClr val="000000"/>
                </a:solidFill>
              </a:rPr>
              <a:t>It is usually easy to write rules, but can also get complicated  -- e.g. IFTTT.</a:t>
            </a:r>
            <a:endParaRPr sz="2600" dirty="0">
              <a:solidFill>
                <a:srgbClr val="000000"/>
              </a:solidFill>
            </a:endParaRPr>
          </a:p>
          <a:p>
            <a:pPr indent="-440256">
              <a:buClr>
                <a:srgbClr val="000000"/>
              </a:buClr>
              <a:buSzPts val="1600"/>
            </a:pPr>
            <a:r>
              <a:rPr lang="en" sz="2600" dirty="0">
                <a:solidFill>
                  <a:srgbClr val="000000"/>
                </a:solidFill>
              </a:rPr>
              <a:t>Rules are useful when we do not have data to learn from</a:t>
            </a:r>
            <a:endParaRPr sz="2600" dirty="0">
              <a:solidFill>
                <a:srgbClr val="000000"/>
              </a:solidFill>
            </a:endParaRPr>
          </a:p>
          <a:p>
            <a:pPr marL="0" indent="0">
              <a:spcBef>
                <a:spcPts val="2133"/>
              </a:spcBef>
              <a:spcAft>
                <a:spcPts val="2133"/>
              </a:spcAft>
              <a:buNone/>
            </a:pPr>
            <a:endParaRPr sz="2600" dirty="0">
              <a:solidFill>
                <a:srgbClr val="000000"/>
              </a:solidFill>
            </a:endParaRPr>
          </a:p>
        </p:txBody>
      </p:sp>
      <p:sp>
        <p:nvSpPr>
          <p:cNvPr id="101" name="Google Shape;101;p18"/>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t>Examples: Rules Engine - IFTTT</a:t>
            </a:r>
            <a:endParaRPr dirty="0"/>
          </a:p>
        </p:txBody>
      </p:sp>
      <p:sp>
        <p:nvSpPr>
          <p:cNvPr id="6" name="Slide Number Placeholder 1">
            <a:extLst>
              <a:ext uri="{FF2B5EF4-FFF2-40B4-BE49-F238E27FC236}">
                <a16:creationId xmlns:a16="http://schemas.microsoft.com/office/drawing/2014/main" id="{72068715-EA9C-1349-AF55-0219CBA789C3}"/>
              </a:ext>
            </a:extLst>
          </p:cNvPr>
          <p:cNvSpPr>
            <a:spLocks noGrp="1"/>
          </p:cNvSpPr>
          <p:nvPr>
            <p:ph type="sldNum" sz="quarter" idx="14"/>
          </p:nvPr>
        </p:nvSpPr>
        <p:spPr/>
        <p:txBody>
          <a:bodyPr/>
          <a:lstStyle/>
          <a:p>
            <a:fld id="{00000000-1234-1234-1234-123412341234}" type="slidenum">
              <a:rPr lang="en" smtClean="0"/>
              <a:pPr/>
              <a:t>7</a:t>
            </a:fld>
            <a:endParaRPr lang="en" dirty="0"/>
          </a:p>
        </p:txBody>
      </p:sp>
      <p:pic>
        <p:nvPicPr>
          <p:cNvPr id="103" name="Google Shape;103;p18"/>
          <p:cNvPicPr preferRelativeResize="0"/>
          <p:nvPr/>
        </p:nvPicPr>
        <p:blipFill>
          <a:blip r:embed="rId3">
            <a:alphaModFix/>
          </a:blip>
          <a:stretch>
            <a:fillRect/>
          </a:stretch>
        </p:blipFill>
        <p:spPr>
          <a:xfrm>
            <a:off x="3368234" y="3284734"/>
            <a:ext cx="6046967" cy="3241167"/>
          </a:xfrm>
          <a:prstGeom prst="rect">
            <a:avLst/>
          </a:prstGeom>
          <a:noFill/>
          <a:ln>
            <a:noFill/>
          </a:ln>
        </p:spPr>
      </p:pic>
      <p:sp>
        <p:nvSpPr>
          <p:cNvPr id="5" name="Footer Placeholder 4">
            <a:extLst>
              <a:ext uri="{FF2B5EF4-FFF2-40B4-BE49-F238E27FC236}">
                <a16:creationId xmlns:a16="http://schemas.microsoft.com/office/drawing/2014/main" id="{8F8CB7EC-D751-5840-93C8-87864F65FFF8}"/>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
        <p:nvSpPr>
          <p:cNvPr id="2" name="Rectangle 1">
            <a:extLst>
              <a:ext uri="{FF2B5EF4-FFF2-40B4-BE49-F238E27FC236}">
                <a16:creationId xmlns:a16="http://schemas.microsoft.com/office/drawing/2014/main" id="{B748F9E8-3A9F-E641-9B1B-B4AEA844B8F7}"/>
              </a:ext>
            </a:extLst>
          </p:cNvPr>
          <p:cNvSpPr/>
          <p:nvPr/>
        </p:nvSpPr>
        <p:spPr>
          <a:xfrm>
            <a:off x="677393" y="3991467"/>
            <a:ext cx="1976597" cy="646331"/>
          </a:xfrm>
          <a:prstGeom prst="rect">
            <a:avLst/>
          </a:prstGeom>
        </p:spPr>
        <p:txBody>
          <a:bodyPr wrap="square">
            <a:spAutoFit/>
          </a:bodyPr>
          <a:lstStyle/>
          <a:p>
            <a:r>
              <a:rPr lang="en-US" dirty="0">
                <a:hlinkClick r:id="rId4"/>
              </a:rPr>
              <a:t>https://ifttt.com/</a:t>
            </a:r>
            <a:endParaRPr lang="en-US" dirty="0"/>
          </a:p>
          <a:p>
            <a:endParaRPr lang="en-US" dirty="0"/>
          </a:p>
        </p:txBody>
      </p:sp>
    </p:spTree>
    <p:extLst>
      <p:ext uri="{BB962C8B-B14F-4D97-AF65-F5344CB8AC3E}">
        <p14:creationId xmlns:p14="http://schemas.microsoft.com/office/powerpoint/2010/main" val="2076909260"/>
      </p:ext>
    </p:extLst>
  </p:cSld>
  <p:clrMapOvr>
    <a:masterClrMapping/>
  </p:clrMapOvr>
  <mc:AlternateContent xmlns:mc="http://schemas.openxmlformats.org/markup-compatibility/2006" xmlns:p14="http://schemas.microsoft.com/office/powerpoint/2010/main">
    <mc:Choice Requires="p14">
      <p:transition spd="slow" p14:dur="2000" advTm="31400"/>
    </mc:Choice>
    <mc:Fallback xmlns="">
      <p:transition spd="slow" advTm="314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415600" y="238200"/>
            <a:ext cx="11360800" cy="763600"/>
          </a:xfrm>
          <a:prstGeom prst="rect">
            <a:avLst/>
          </a:prstGeom>
        </p:spPr>
        <p:txBody>
          <a:bodyPr spcFirstLastPara="1" vert="horz" wrap="square" lIns="121900" tIns="121900" rIns="121900" bIns="121900" rtlCol="0" anchor="t" anchorCtr="0">
            <a:noAutofit/>
          </a:bodyPr>
          <a:lstStyle/>
          <a:p>
            <a:r>
              <a:rPr lang="en" dirty="0"/>
              <a:t>Examples: Rules Engine - IFTTT</a:t>
            </a:r>
            <a:endParaRPr dirty="0"/>
          </a:p>
        </p:txBody>
      </p:sp>
      <p:sp>
        <p:nvSpPr>
          <p:cNvPr id="109" name="Google Shape;109;p19"/>
          <p:cNvSpPr txBox="1">
            <a:spLocks noGrp="1"/>
          </p:cNvSpPr>
          <p:nvPr>
            <p:ph type="body" idx="1"/>
          </p:nvPr>
        </p:nvSpPr>
        <p:spPr>
          <a:xfrm>
            <a:off x="415600" y="1435033"/>
            <a:ext cx="11360800" cy="911600"/>
          </a:xfrm>
          <a:prstGeom prst="rect">
            <a:avLst/>
          </a:prstGeom>
        </p:spPr>
        <p:txBody>
          <a:bodyPr spcFirstLastPara="1" vert="horz" wrap="square" lIns="121900" tIns="121900" rIns="121900" bIns="121900" rtlCol="0" anchor="t" anchorCtr="0">
            <a:noAutofit/>
          </a:bodyPr>
          <a:lstStyle/>
          <a:p>
            <a:pPr marL="0" indent="0">
              <a:buNone/>
            </a:pPr>
            <a:r>
              <a:rPr lang="en" sz="2600" dirty="0">
                <a:solidFill>
                  <a:srgbClr val="000000"/>
                </a:solidFill>
              </a:rPr>
              <a:t>Rules can also be used for activity recognition, BUT sensors are not accurate, and scenarios could keep increasing in complexity</a:t>
            </a:r>
            <a:endParaRPr sz="2600" dirty="0">
              <a:solidFill>
                <a:srgbClr val="000000"/>
              </a:solidFill>
            </a:endParaRPr>
          </a:p>
          <a:p>
            <a:pPr marL="0" indent="0">
              <a:spcBef>
                <a:spcPts val="2133"/>
              </a:spcBef>
              <a:spcAft>
                <a:spcPts val="2133"/>
              </a:spcAft>
              <a:buNone/>
            </a:pPr>
            <a:endParaRPr sz="2600" dirty="0">
              <a:solidFill>
                <a:srgbClr val="000000"/>
              </a:solidFill>
            </a:endParaRPr>
          </a:p>
        </p:txBody>
      </p:sp>
      <p:sp>
        <p:nvSpPr>
          <p:cNvPr id="110" name="Google Shape;110;p19"/>
          <p:cNvSpPr/>
          <p:nvPr/>
        </p:nvSpPr>
        <p:spPr>
          <a:xfrm>
            <a:off x="922000" y="2449500"/>
            <a:ext cx="5174000" cy="2188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000" dirty="0">
                <a:solidFill>
                  <a:schemeClr val="dk1"/>
                </a:solidFill>
              </a:rPr>
              <a:t>IF </a:t>
            </a:r>
            <a:r>
              <a:rPr lang="en" sz="2000" b="1" dirty="0">
                <a:solidFill>
                  <a:schemeClr val="dk1"/>
                </a:solidFill>
              </a:rPr>
              <a:t> </a:t>
            </a:r>
            <a:r>
              <a:rPr lang="en" sz="2000" b="1" dirty="0" err="1">
                <a:solidFill>
                  <a:schemeClr val="dk1"/>
                </a:solidFill>
              </a:rPr>
              <a:t>kitchen_motion</a:t>
            </a:r>
            <a:r>
              <a:rPr lang="en" sz="2000" b="1" dirty="0">
                <a:solidFill>
                  <a:schemeClr val="dk1"/>
                </a:solidFill>
              </a:rPr>
              <a:t> == ACTIVE</a:t>
            </a:r>
            <a:r>
              <a:rPr lang="en" sz="2000" dirty="0">
                <a:solidFill>
                  <a:schemeClr val="dk1"/>
                </a:solidFill>
              </a:rPr>
              <a:t>   THEN</a:t>
            </a:r>
            <a:endParaRPr sz="2000" dirty="0">
              <a:solidFill>
                <a:schemeClr val="dk1"/>
              </a:solidFill>
            </a:endParaRPr>
          </a:p>
          <a:p>
            <a:endParaRPr sz="2000" dirty="0">
              <a:solidFill>
                <a:schemeClr val="dk1"/>
              </a:solidFill>
            </a:endParaRPr>
          </a:p>
          <a:p>
            <a:endParaRPr sz="2000" dirty="0">
              <a:solidFill>
                <a:schemeClr val="dk1"/>
              </a:solidFill>
            </a:endParaRPr>
          </a:p>
          <a:p>
            <a:pPr>
              <a:buClr>
                <a:schemeClr val="dk1"/>
              </a:buClr>
              <a:buSzPts val="1100"/>
            </a:pPr>
            <a:endParaRPr sz="2000" dirty="0">
              <a:solidFill>
                <a:schemeClr val="dk1"/>
              </a:solidFill>
            </a:endParaRPr>
          </a:p>
        </p:txBody>
      </p:sp>
      <p:sp>
        <p:nvSpPr>
          <p:cNvPr id="111" name="Google Shape;111;p19"/>
          <p:cNvSpPr/>
          <p:nvPr/>
        </p:nvSpPr>
        <p:spPr>
          <a:xfrm>
            <a:off x="1240433" y="3709199"/>
            <a:ext cx="4550800" cy="7636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kitchen_occupied = true</a:t>
            </a:r>
            <a:endParaRPr sz="2400"/>
          </a:p>
          <a:p>
            <a:r>
              <a:rPr lang="en" sz="2400"/>
              <a:t>play(morning_greeting)</a:t>
            </a:r>
            <a:endParaRPr sz="2400"/>
          </a:p>
        </p:txBody>
      </p:sp>
      <p:sp>
        <p:nvSpPr>
          <p:cNvPr id="112" name="Google Shape;112;p19"/>
          <p:cNvSpPr/>
          <p:nvPr/>
        </p:nvSpPr>
        <p:spPr>
          <a:xfrm>
            <a:off x="922000" y="4682119"/>
            <a:ext cx="5174000" cy="2188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000" dirty="0"/>
              <a:t>IF </a:t>
            </a:r>
            <a:r>
              <a:rPr lang="en" sz="2000" b="1" dirty="0" err="1"/>
              <a:t>kitchen_motion</a:t>
            </a:r>
            <a:r>
              <a:rPr lang="en" sz="2000" b="1" dirty="0"/>
              <a:t> == ACTIVE &amp;&amp; </a:t>
            </a:r>
            <a:endParaRPr sz="2000" b="1" dirty="0"/>
          </a:p>
          <a:p>
            <a:r>
              <a:rPr lang="en" sz="2000" b="1" dirty="0"/>
              <a:t>     duration &gt; 3 minutes </a:t>
            </a:r>
            <a:r>
              <a:rPr lang="en" sz="2000" dirty="0">
                <a:solidFill>
                  <a:schemeClr val="dk1"/>
                </a:solidFill>
              </a:rPr>
              <a:t>THEN</a:t>
            </a:r>
            <a:endParaRPr sz="2000" dirty="0">
              <a:solidFill>
                <a:schemeClr val="dk1"/>
              </a:solidFill>
            </a:endParaRPr>
          </a:p>
          <a:p>
            <a:endParaRPr sz="2000" dirty="0">
              <a:solidFill>
                <a:schemeClr val="dk1"/>
              </a:solidFill>
            </a:endParaRPr>
          </a:p>
          <a:p>
            <a:endParaRPr sz="2000" dirty="0">
              <a:solidFill>
                <a:schemeClr val="dk1"/>
              </a:solidFill>
            </a:endParaRPr>
          </a:p>
          <a:p>
            <a:endParaRPr sz="2000" dirty="0">
              <a:solidFill>
                <a:schemeClr val="dk1"/>
              </a:solidFill>
            </a:endParaRPr>
          </a:p>
        </p:txBody>
      </p:sp>
      <p:sp>
        <p:nvSpPr>
          <p:cNvPr id="113" name="Google Shape;113;p19"/>
          <p:cNvSpPr/>
          <p:nvPr/>
        </p:nvSpPr>
        <p:spPr>
          <a:xfrm>
            <a:off x="1359400" y="5870419"/>
            <a:ext cx="4550800" cy="9116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kitchen_occupied = true</a:t>
            </a:r>
            <a:endParaRPr sz="2400"/>
          </a:p>
          <a:p>
            <a:r>
              <a:rPr lang="en" sz="2400"/>
              <a:t>play(morning_greeting)</a:t>
            </a:r>
            <a:endParaRPr sz="2400"/>
          </a:p>
        </p:txBody>
      </p:sp>
      <p:sp>
        <p:nvSpPr>
          <p:cNvPr id="114" name="Google Shape;114;p19"/>
          <p:cNvSpPr/>
          <p:nvPr/>
        </p:nvSpPr>
        <p:spPr>
          <a:xfrm>
            <a:off x="6524800" y="2448233"/>
            <a:ext cx="5174000" cy="2188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000" dirty="0"/>
              <a:t>IF </a:t>
            </a:r>
            <a:r>
              <a:rPr lang="en" sz="2000" b="1" dirty="0" err="1"/>
              <a:t>kitchen_motion</a:t>
            </a:r>
            <a:r>
              <a:rPr lang="en" sz="2000" b="1" dirty="0"/>
              <a:t> == ACTIVE &amp;&amp; </a:t>
            </a:r>
            <a:endParaRPr sz="2000" b="1" dirty="0"/>
          </a:p>
          <a:p>
            <a:r>
              <a:rPr lang="en" sz="2000" b="1" dirty="0"/>
              <a:t>     duration &gt; 3 minutes &amp;&amp;</a:t>
            </a:r>
            <a:endParaRPr sz="2000" b="1" dirty="0"/>
          </a:p>
          <a:p>
            <a:r>
              <a:rPr lang="en" sz="2000" b="1" dirty="0"/>
              <a:t>     time &gt; WAKEUP_TIME  </a:t>
            </a:r>
            <a:r>
              <a:rPr lang="en" sz="2000" dirty="0">
                <a:solidFill>
                  <a:schemeClr val="dk1"/>
                </a:solidFill>
              </a:rPr>
              <a:t>THEN</a:t>
            </a:r>
            <a:endParaRPr sz="2000" dirty="0">
              <a:solidFill>
                <a:schemeClr val="dk1"/>
              </a:solidFill>
            </a:endParaRPr>
          </a:p>
          <a:p>
            <a:endParaRPr sz="2000" dirty="0">
              <a:solidFill>
                <a:schemeClr val="dk1"/>
              </a:solidFill>
            </a:endParaRPr>
          </a:p>
          <a:p>
            <a:endParaRPr sz="2000" dirty="0">
              <a:solidFill>
                <a:schemeClr val="dk1"/>
              </a:solidFill>
            </a:endParaRPr>
          </a:p>
          <a:p>
            <a:endParaRPr sz="2000" dirty="0">
              <a:solidFill>
                <a:schemeClr val="dk1"/>
              </a:solidFill>
            </a:endParaRPr>
          </a:p>
        </p:txBody>
      </p:sp>
      <p:sp>
        <p:nvSpPr>
          <p:cNvPr id="115" name="Google Shape;115;p19"/>
          <p:cNvSpPr/>
          <p:nvPr/>
        </p:nvSpPr>
        <p:spPr>
          <a:xfrm>
            <a:off x="6836400" y="3636633"/>
            <a:ext cx="4550800" cy="9116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kitchen_occupied = true</a:t>
            </a:r>
            <a:endParaRPr sz="2400"/>
          </a:p>
          <a:p>
            <a:r>
              <a:rPr lang="en" sz="2400"/>
              <a:t>play(morning_greeting)</a:t>
            </a:r>
            <a:endParaRPr sz="2400"/>
          </a:p>
        </p:txBody>
      </p:sp>
      <p:sp>
        <p:nvSpPr>
          <p:cNvPr id="116" name="Google Shape;116;p19"/>
          <p:cNvSpPr/>
          <p:nvPr/>
        </p:nvSpPr>
        <p:spPr>
          <a:xfrm>
            <a:off x="6524800" y="4670000"/>
            <a:ext cx="5174000" cy="2188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000" dirty="0"/>
              <a:t>IF </a:t>
            </a:r>
            <a:r>
              <a:rPr lang="en" sz="2000" b="1" dirty="0" err="1"/>
              <a:t>kitchen_motion</a:t>
            </a:r>
            <a:r>
              <a:rPr lang="en" sz="2000" b="1" dirty="0"/>
              <a:t> == ACTIVE &amp;&amp; </a:t>
            </a:r>
            <a:endParaRPr sz="2000" b="1" dirty="0"/>
          </a:p>
          <a:p>
            <a:r>
              <a:rPr lang="en" sz="2000" b="1" dirty="0"/>
              <a:t>     duration &gt; 3 minutes &amp;&amp;</a:t>
            </a:r>
            <a:endParaRPr sz="2000" b="1" dirty="0"/>
          </a:p>
          <a:p>
            <a:r>
              <a:rPr lang="en" sz="2000" b="1" dirty="0"/>
              <a:t>     time &gt; WAKEUP_TIME  &amp;&amp; </a:t>
            </a:r>
            <a:endParaRPr sz="2000" b="1" dirty="0"/>
          </a:p>
          <a:p>
            <a:r>
              <a:rPr lang="en" sz="2000" b="1" dirty="0"/>
              <a:t>     </a:t>
            </a:r>
            <a:r>
              <a:rPr lang="en" sz="2000" b="1" dirty="0" err="1"/>
              <a:t>first_greeting</a:t>
            </a:r>
            <a:r>
              <a:rPr lang="en" sz="2000" b="1" dirty="0"/>
              <a:t> == true </a:t>
            </a:r>
            <a:r>
              <a:rPr lang="en" sz="2000" dirty="0">
                <a:solidFill>
                  <a:schemeClr val="dk1"/>
                </a:solidFill>
              </a:rPr>
              <a:t>THEN</a:t>
            </a:r>
            <a:endParaRPr sz="2000" dirty="0">
              <a:solidFill>
                <a:schemeClr val="dk1"/>
              </a:solidFill>
            </a:endParaRPr>
          </a:p>
          <a:p>
            <a:endParaRPr sz="2000" dirty="0">
              <a:solidFill>
                <a:schemeClr val="dk1"/>
              </a:solidFill>
            </a:endParaRPr>
          </a:p>
          <a:p>
            <a:endParaRPr sz="2000" dirty="0">
              <a:solidFill>
                <a:schemeClr val="dk1"/>
              </a:solidFill>
            </a:endParaRPr>
          </a:p>
          <a:p>
            <a:endParaRPr sz="2000" dirty="0">
              <a:solidFill>
                <a:schemeClr val="dk1"/>
              </a:solidFill>
            </a:endParaRPr>
          </a:p>
        </p:txBody>
      </p:sp>
      <p:sp>
        <p:nvSpPr>
          <p:cNvPr id="117" name="Google Shape;117;p19"/>
          <p:cNvSpPr/>
          <p:nvPr/>
        </p:nvSpPr>
        <p:spPr>
          <a:xfrm>
            <a:off x="6836400" y="6006467"/>
            <a:ext cx="4550800" cy="7636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kitchen_occupied = true</a:t>
            </a:r>
            <a:endParaRPr sz="2400"/>
          </a:p>
          <a:p>
            <a:r>
              <a:rPr lang="en" sz="2400"/>
              <a:t>play(morning_greeting)</a:t>
            </a:r>
            <a:endParaRPr sz="2400"/>
          </a:p>
        </p:txBody>
      </p:sp>
      <p:sp>
        <p:nvSpPr>
          <p:cNvPr id="12" name="Footer Placeholder 4">
            <a:extLst>
              <a:ext uri="{FF2B5EF4-FFF2-40B4-BE49-F238E27FC236}">
                <a16:creationId xmlns:a16="http://schemas.microsoft.com/office/drawing/2014/main" id="{33DD36CB-985C-764C-AED2-FD56C6098E56}"/>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
        <p:nvSpPr>
          <p:cNvPr id="13" name="Slide Number Placeholder 1">
            <a:extLst>
              <a:ext uri="{FF2B5EF4-FFF2-40B4-BE49-F238E27FC236}">
                <a16:creationId xmlns:a16="http://schemas.microsoft.com/office/drawing/2014/main" id="{FFD0F283-36C2-9B48-94C9-A0E43D1A0B86}"/>
              </a:ext>
            </a:extLst>
          </p:cNvPr>
          <p:cNvSpPr>
            <a:spLocks noGrp="1"/>
          </p:cNvSpPr>
          <p:nvPr>
            <p:ph type="sldNum" idx="12"/>
          </p:nvPr>
        </p:nvSpPr>
        <p:spPr>
          <a:xfrm>
            <a:off x="11296611" y="6217623"/>
            <a:ext cx="731600" cy="524800"/>
          </a:xfrm>
        </p:spPr>
        <p:txBody>
          <a:bodyPr/>
          <a:lstStyle/>
          <a:p>
            <a:fld id="{00000000-1234-1234-1234-123412341234}" type="slidenum">
              <a:rPr lang="en" smtClean="0"/>
              <a:pPr/>
              <a:t>8</a:t>
            </a:fld>
            <a:endParaRPr lang="en" dirty="0"/>
          </a:p>
        </p:txBody>
      </p:sp>
    </p:spTree>
    <p:extLst>
      <p:ext uri="{BB962C8B-B14F-4D97-AF65-F5344CB8AC3E}">
        <p14:creationId xmlns:p14="http://schemas.microsoft.com/office/powerpoint/2010/main" val="3515188172"/>
      </p:ext>
    </p:extLst>
  </p:cSld>
  <p:clrMapOvr>
    <a:masterClrMapping/>
  </p:clrMapOvr>
  <mc:AlternateContent xmlns:mc="http://schemas.openxmlformats.org/markup-compatibility/2006" xmlns:p14="http://schemas.microsoft.com/office/powerpoint/2010/main">
    <mc:Choice Requires="p14">
      <p:transition spd="slow" p14:dur="2000" advTm="96933"/>
    </mc:Choice>
    <mc:Fallback xmlns="">
      <p:transition spd="slow" advTm="9693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8"/>
          <p:cNvSpPr txBox="1">
            <a:spLocks noGrp="1"/>
          </p:cNvSpPr>
          <p:nvPr>
            <p:ph sz="quarter" idx="12"/>
          </p:nvPr>
        </p:nvSpPr>
        <p:spPr>
          <a:xfrm>
            <a:off x="395106" y="1487945"/>
            <a:ext cx="4919844" cy="3974666"/>
          </a:xfrm>
          <a:prstGeom prst="rect">
            <a:avLst/>
          </a:prstGeom>
        </p:spPr>
        <p:txBody>
          <a:bodyPr spcFirstLastPara="1" vert="horz" wrap="square" lIns="121900" tIns="121900" rIns="121900" bIns="121900" rtlCol="0" anchor="t" anchorCtr="0">
            <a:noAutofit/>
          </a:bodyPr>
          <a:lstStyle/>
          <a:p>
            <a:pPr>
              <a:buClr>
                <a:srgbClr val="000000"/>
              </a:buClr>
            </a:pPr>
            <a:r>
              <a:rPr lang="en-AU" sz="2600" dirty="0">
                <a:solidFill>
                  <a:srgbClr val="000000"/>
                </a:solidFill>
              </a:rPr>
              <a:t>Low Code approaches to building IoT flows</a:t>
            </a:r>
          </a:p>
          <a:p>
            <a:pPr>
              <a:buClr>
                <a:srgbClr val="000000"/>
              </a:buClr>
            </a:pPr>
            <a:r>
              <a:rPr lang="en-AU" sz="2600" dirty="0">
                <a:solidFill>
                  <a:srgbClr val="000000"/>
                </a:solidFill>
              </a:rPr>
              <a:t>Visually connect inputs, processes and outputs</a:t>
            </a:r>
          </a:p>
          <a:p>
            <a:pPr>
              <a:buClr>
                <a:srgbClr val="000000"/>
              </a:buClr>
            </a:pPr>
            <a:r>
              <a:rPr lang="en-AU" sz="2600" dirty="0">
                <a:solidFill>
                  <a:srgbClr val="000000"/>
                </a:solidFill>
              </a:rPr>
              <a:t>Based on </a:t>
            </a:r>
            <a:r>
              <a:rPr lang="en-AU" sz="2600" dirty="0" err="1">
                <a:solidFill>
                  <a:srgbClr val="000000"/>
                </a:solidFill>
              </a:rPr>
              <a:t>Node.JS</a:t>
            </a:r>
            <a:endParaRPr lang="en-AU" sz="2600" dirty="0">
              <a:solidFill>
                <a:srgbClr val="000000"/>
              </a:solidFill>
            </a:endParaRPr>
          </a:p>
          <a:p>
            <a:pPr>
              <a:buClr>
                <a:srgbClr val="000000"/>
              </a:buClr>
            </a:pPr>
            <a:r>
              <a:rPr lang="en-AU" sz="2600" dirty="0">
                <a:solidFill>
                  <a:srgbClr val="000000"/>
                </a:solidFill>
              </a:rPr>
              <a:t>Support MQTT input/output</a:t>
            </a:r>
          </a:p>
          <a:p>
            <a:pPr>
              <a:buClr>
                <a:srgbClr val="000000"/>
              </a:buClr>
            </a:pPr>
            <a:r>
              <a:rPr lang="en-AU" sz="2600" dirty="0">
                <a:solidFill>
                  <a:srgbClr val="000000"/>
                </a:solidFill>
              </a:rPr>
              <a:t>Can be quickly spun up in lots of locations</a:t>
            </a:r>
          </a:p>
          <a:p>
            <a:pPr>
              <a:buClr>
                <a:srgbClr val="000000"/>
              </a:buClr>
            </a:pPr>
            <a:endParaRPr lang="en-AU" sz="2600" dirty="0">
              <a:solidFill>
                <a:srgbClr val="000000"/>
              </a:solidFill>
            </a:endParaRPr>
          </a:p>
          <a:p>
            <a:pPr>
              <a:buClr>
                <a:srgbClr val="000000"/>
              </a:buClr>
            </a:pPr>
            <a:endParaRPr lang="en-AU" sz="2600" dirty="0">
              <a:solidFill>
                <a:srgbClr val="000000"/>
              </a:solidFill>
            </a:endParaRPr>
          </a:p>
          <a:p>
            <a:pPr>
              <a:buClr>
                <a:srgbClr val="000000"/>
              </a:buClr>
            </a:pPr>
            <a:endParaRPr lang="en-AU" sz="2600" dirty="0">
              <a:solidFill>
                <a:srgbClr val="000000"/>
              </a:solidFill>
            </a:endParaRPr>
          </a:p>
          <a:p>
            <a:pPr>
              <a:buClr>
                <a:srgbClr val="000000"/>
              </a:buClr>
            </a:pPr>
            <a:r>
              <a:rPr lang="en-AU" sz="2600" dirty="0">
                <a:solidFill>
                  <a:srgbClr val="000000"/>
                </a:solidFill>
              </a:rPr>
              <a:t> </a:t>
            </a:r>
            <a:endParaRPr sz="2600" dirty="0">
              <a:solidFill>
                <a:srgbClr val="000000"/>
              </a:solidFill>
            </a:endParaRPr>
          </a:p>
        </p:txBody>
      </p:sp>
      <p:sp>
        <p:nvSpPr>
          <p:cNvPr id="101" name="Google Shape;101;p18"/>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t>Examples: Flow constructor – Node-RED</a:t>
            </a:r>
            <a:endParaRPr dirty="0"/>
          </a:p>
        </p:txBody>
      </p:sp>
      <p:sp>
        <p:nvSpPr>
          <p:cNvPr id="6" name="Slide Number Placeholder 1">
            <a:extLst>
              <a:ext uri="{FF2B5EF4-FFF2-40B4-BE49-F238E27FC236}">
                <a16:creationId xmlns:a16="http://schemas.microsoft.com/office/drawing/2014/main" id="{72068715-EA9C-1349-AF55-0219CBA789C3}"/>
              </a:ext>
            </a:extLst>
          </p:cNvPr>
          <p:cNvSpPr>
            <a:spLocks noGrp="1"/>
          </p:cNvSpPr>
          <p:nvPr>
            <p:ph type="sldNum" sz="quarter" idx="14"/>
          </p:nvPr>
        </p:nvSpPr>
        <p:spPr/>
        <p:txBody>
          <a:bodyPr/>
          <a:lstStyle/>
          <a:p>
            <a:fld id="{00000000-1234-1234-1234-123412341234}" type="slidenum">
              <a:rPr lang="en" smtClean="0"/>
              <a:pPr/>
              <a:t>9</a:t>
            </a:fld>
            <a:endParaRPr lang="en" dirty="0"/>
          </a:p>
        </p:txBody>
      </p:sp>
      <p:sp>
        <p:nvSpPr>
          <p:cNvPr id="5" name="Footer Placeholder 4">
            <a:extLst>
              <a:ext uri="{FF2B5EF4-FFF2-40B4-BE49-F238E27FC236}">
                <a16:creationId xmlns:a16="http://schemas.microsoft.com/office/drawing/2014/main" id="{8F8CB7EC-D751-5840-93C8-87864F65FFF8}"/>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pic>
        <p:nvPicPr>
          <p:cNvPr id="4" name="Picture 3" descr="A screenshot of a computer&#10;&#10;Description automatically generated">
            <a:extLst>
              <a:ext uri="{FF2B5EF4-FFF2-40B4-BE49-F238E27FC236}">
                <a16:creationId xmlns:a16="http://schemas.microsoft.com/office/drawing/2014/main" id="{36BA7500-CDD4-FA3F-5F07-590B4BC29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9876" y="1453296"/>
            <a:ext cx="6913627" cy="3031644"/>
          </a:xfrm>
          <a:prstGeom prst="rect">
            <a:avLst/>
          </a:prstGeom>
        </p:spPr>
      </p:pic>
    </p:spTree>
    <p:extLst>
      <p:ext uri="{BB962C8B-B14F-4D97-AF65-F5344CB8AC3E}">
        <p14:creationId xmlns:p14="http://schemas.microsoft.com/office/powerpoint/2010/main" val="3495887646"/>
      </p:ext>
    </p:extLst>
  </p:cSld>
  <p:clrMapOvr>
    <a:masterClrMapping/>
  </p:clrMapOvr>
  <mc:AlternateContent xmlns:mc="http://schemas.openxmlformats.org/markup-compatibility/2006" xmlns:p14="http://schemas.microsoft.com/office/powerpoint/2010/main">
    <mc:Choice Requires="p14">
      <p:transition spd="slow" p14:dur="2000" advTm="41066"/>
    </mc:Choice>
    <mc:Fallback xmlns="">
      <p:transition spd="slow" advTm="4106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8"/>
          <p:cNvSpPr txBox="1">
            <a:spLocks noGrp="1"/>
          </p:cNvSpPr>
          <p:nvPr>
            <p:ph sz="quarter" idx="12"/>
          </p:nvPr>
        </p:nvSpPr>
        <p:spPr>
          <a:xfrm>
            <a:off x="395106" y="1487945"/>
            <a:ext cx="10193790" cy="3974666"/>
          </a:xfrm>
          <a:prstGeom prst="rect">
            <a:avLst/>
          </a:prstGeom>
        </p:spPr>
        <p:txBody>
          <a:bodyPr spcFirstLastPara="1" vert="horz" wrap="square" lIns="121900" tIns="121900" rIns="121900" bIns="121900" rtlCol="0" anchor="t" anchorCtr="0">
            <a:noAutofit/>
          </a:bodyPr>
          <a:lstStyle/>
          <a:p>
            <a:pPr>
              <a:buClr>
                <a:srgbClr val="000000"/>
              </a:buClr>
            </a:pPr>
            <a:r>
              <a:rPr lang="en-AU" sz="2600" b="1" dirty="0">
                <a:solidFill>
                  <a:srgbClr val="000000"/>
                </a:solidFill>
              </a:rPr>
              <a:t>Samsung SmartThings, Apple HomeKit, Google Home</a:t>
            </a:r>
            <a:endParaRPr sz="2600" dirty="0">
              <a:solidFill>
                <a:srgbClr val="000000"/>
              </a:solidFill>
            </a:endParaRPr>
          </a:p>
        </p:txBody>
      </p:sp>
      <p:sp>
        <p:nvSpPr>
          <p:cNvPr id="101" name="Google Shape;101;p18"/>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t>Examples: Home integration platforms</a:t>
            </a:r>
            <a:endParaRPr dirty="0"/>
          </a:p>
        </p:txBody>
      </p:sp>
      <p:sp>
        <p:nvSpPr>
          <p:cNvPr id="6" name="Slide Number Placeholder 1">
            <a:extLst>
              <a:ext uri="{FF2B5EF4-FFF2-40B4-BE49-F238E27FC236}">
                <a16:creationId xmlns:a16="http://schemas.microsoft.com/office/drawing/2014/main" id="{72068715-EA9C-1349-AF55-0219CBA789C3}"/>
              </a:ext>
            </a:extLst>
          </p:cNvPr>
          <p:cNvSpPr>
            <a:spLocks noGrp="1"/>
          </p:cNvSpPr>
          <p:nvPr>
            <p:ph type="sldNum" sz="quarter" idx="14"/>
          </p:nvPr>
        </p:nvSpPr>
        <p:spPr/>
        <p:txBody>
          <a:bodyPr/>
          <a:lstStyle/>
          <a:p>
            <a:fld id="{00000000-1234-1234-1234-123412341234}" type="slidenum">
              <a:rPr lang="en" smtClean="0"/>
              <a:pPr/>
              <a:t>10</a:t>
            </a:fld>
            <a:endParaRPr lang="en" dirty="0"/>
          </a:p>
        </p:txBody>
      </p:sp>
      <p:sp>
        <p:nvSpPr>
          <p:cNvPr id="5" name="Footer Placeholder 4">
            <a:extLst>
              <a:ext uri="{FF2B5EF4-FFF2-40B4-BE49-F238E27FC236}">
                <a16:creationId xmlns:a16="http://schemas.microsoft.com/office/drawing/2014/main" id="{8F8CB7EC-D751-5840-93C8-87864F65FFF8}"/>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pic>
        <p:nvPicPr>
          <p:cNvPr id="4" name="Picture 3" descr="A white background with black text&#10;&#10;Description automatically generated">
            <a:extLst>
              <a:ext uri="{FF2B5EF4-FFF2-40B4-BE49-F238E27FC236}">
                <a16:creationId xmlns:a16="http://schemas.microsoft.com/office/drawing/2014/main" id="{D9FABED6-AC93-2755-1102-CAF49CEF8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5750" y="1226587"/>
            <a:ext cx="3657600" cy="850900"/>
          </a:xfrm>
          <a:prstGeom prst="rect">
            <a:avLst/>
          </a:prstGeom>
        </p:spPr>
      </p:pic>
      <p:pic>
        <p:nvPicPr>
          <p:cNvPr id="9" name="Picture 8" descr="A close-up of a sign&#10;&#10;Description automatically generated">
            <a:extLst>
              <a:ext uri="{FF2B5EF4-FFF2-40B4-BE49-F238E27FC236}">
                <a16:creationId xmlns:a16="http://schemas.microsoft.com/office/drawing/2014/main" id="{6A055DA3-750D-1F63-FF36-2DA6A61BC1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24900" y="2132902"/>
            <a:ext cx="3467100" cy="850900"/>
          </a:xfrm>
          <a:prstGeom prst="rect">
            <a:avLst/>
          </a:prstGeom>
        </p:spPr>
      </p:pic>
      <p:pic>
        <p:nvPicPr>
          <p:cNvPr id="11" name="Picture 10" descr="A close up of a logo&#10;&#10;Description automatically generated">
            <a:extLst>
              <a:ext uri="{FF2B5EF4-FFF2-40B4-BE49-F238E27FC236}">
                <a16:creationId xmlns:a16="http://schemas.microsoft.com/office/drawing/2014/main" id="{DF4F7E00-1D8F-22EC-1392-50C42BEEDD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51001" y="3010713"/>
            <a:ext cx="3467100" cy="850900"/>
          </a:xfrm>
          <a:prstGeom prst="rect">
            <a:avLst/>
          </a:prstGeom>
        </p:spPr>
      </p:pic>
      <p:sp>
        <p:nvSpPr>
          <p:cNvPr id="12" name="TextBox 11">
            <a:extLst>
              <a:ext uri="{FF2B5EF4-FFF2-40B4-BE49-F238E27FC236}">
                <a16:creationId xmlns:a16="http://schemas.microsoft.com/office/drawing/2014/main" id="{4A0C8D47-E558-EDC2-BF8C-01D545CA2F9E}"/>
              </a:ext>
            </a:extLst>
          </p:cNvPr>
          <p:cNvSpPr txBox="1"/>
          <p:nvPr/>
        </p:nvSpPr>
        <p:spPr>
          <a:xfrm>
            <a:off x="628650" y="2606874"/>
            <a:ext cx="6676026" cy="2308324"/>
          </a:xfrm>
          <a:prstGeom prst="rect">
            <a:avLst/>
          </a:prstGeom>
          <a:noFill/>
        </p:spPr>
        <p:txBody>
          <a:bodyPr wrap="square" rtlCol="0">
            <a:spAutoFit/>
          </a:bodyPr>
          <a:lstStyle/>
          <a:p>
            <a:pPr marL="285750" indent="-285750">
              <a:buFont typeface="Arial" panose="020B0604020202020204" pitchFamily="34" charset="0"/>
              <a:buChar char="•"/>
            </a:pPr>
            <a:r>
              <a:rPr lang="en-US" dirty="0"/>
              <a:t>Platforms that allow the inter-connection of many devices from different companies</a:t>
            </a:r>
          </a:p>
          <a:p>
            <a:pPr marL="285750" indent="-285750">
              <a:buFont typeface="Arial" panose="020B0604020202020204" pitchFamily="34" charset="0"/>
              <a:buChar char="•"/>
            </a:pPr>
            <a:r>
              <a:rPr lang="en-US" dirty="0"/>
              <a:t>Focused on single home setups</a:t>
            </a:r>
          </a:p>
          <a:p>
            <a:pPr marL="285750" indent="-285750">
              <a:buFont typeface="Arial" panose="020B0604020202020204" pitchFamily="34" charset="0"/>
              <a:buChar char="•"/>
            </a:pPr>
            <a:r>
              <a:rPr lang="en-US" dirty="0"/>
              <a:t>Allows users to build simple control panels </a:t>
            </a:r>
          </a:p>
          <a:p>
            <a:pPr marL="285750" indent="-285750">
              <a:buFont typeface="Arial" panose="020B0604020202020204" pitchFamily="34" charset="0"/>
              <a:buChar char="•"/>
            </a:pPr>
            <a:r>
              <a:rPr lang="en-US" dirty="0"/>
              <a:t>Focused on controlling lights, Heating/Cooling, energy, cameras</a:t>
            </a:r>
          </a:p>
          <a:p>
            <a:pPr marL="285750" indent="-285750">
              <a:buFont typeface="Arial" panose="020B0604020202020204" pitchFamily="34" charset="0"/>
              <a:buChar char="•"/>
            </a:pPr>
            <a:r>
              <a:rPr lang="en-US" dirty="0"/>
              <a:t>Capability to build simple triggers and workflows</a:t>
            </a:r>
          </a:p>
          <a:p>
            <a:pPr marL="285750" indent="-285750">
              <a:buFont typeface="Arial" panose="020B0604020202020204" pitchFamily="34" charset="0"/>
              <a:buChar char="•"/>
            </a:pPr>
            <a:r>
              <a:rPr lang="en-US" dirty="0"/>
              <a:t>Connectivity with AI Assistants</a:t>
            </a:r>
          </a:p>
          <a:p>
            <a:pPr marL="285750" indent="-285750">
              <a:buFont typeface="Arial" panose="020B0604020202020204" pitchFamily="34" charset="0"/>
              <a:buChar char="•"/>
            </a:pPr>
            <a:r>
              <a:rPr lang="en-US" dirty="0"/>
              <a:t>Based on some proprietary technology and some open standards </a:t>
            </a:r>
          </a:p>
        </p:txBody>
      </p:sp>
      <p:pic>
        <p:nvPicPr>
          <p:cNvPr id="14" name="Picture 13" descr="A black text on a white background&#10;&#10;Description automatically generated">
            <a:extLst>
              <a:ext uri="{FF2B5EF4-FFF2-40B4-BE49-F238E27FC236}">
                <a16:creationId xmlns:a16="http://schemas.microsoft.com/office/drawing/2014/main" id="{E27E1B24-9DB6-1DAC-5564-13AC7C18E0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2001" y="5370055"/>
            <a:ext cx="2159000" cy="850900"/>
          </a:xfrm>
          <a:prstGeom prst="rect">
            <a:avLst/>
          </a:prstGeom>
        </p:spPr>
      </p:pic>
      <p:pic>
        <p:nvPicPr>
          <p:cNvPr id="15" name="Picture 14">
            <a:extLst>
              <a:ext uri="{FF2B5EF4-FFF2-40B4-BE49-F238E27FC236}">
                <a16:creationId xmlns:a16="http://schemas.microsoft.com/office/drawing/2014/main" id="{03499DEE-822B-9F06-3054-093CF87270F6}"/>
              </a:ext>
            </a:extLst>
          </p:cNvPr>
          <p:cNvPicPr>
            <a:picLocks noChangeAspect="1"/>
          </p:cNvPicPr>
          <p:nvPr/>
        </p:nvPicPr>
        <p:blipFill>
          <a:blip r:embed="rId7"/>
          <a:stretch>
            <a:fillRect/>
          </a:stretch>
        </p:blipFill>
        <p:spPr>
          <a:xfrm>
            <a:off x="2880881" y="5575976"/>
            <a:ext cx="2542266" cy="473786"/>
          </a:xfrm>
          <a:prstGeom prst="rect">
            <a:avLst/>
          </a:prstGeom>
        </p:spPr>
      </p:pic>
      <p:pic>
        <p:nvPicPr>
          <p:cNvPr id="16" name="Picture 15">
            <a:extLst>
              <a:ext uri="{FF2B5EF4-FFF2-40B4-BE49-F238E27FC236}">
                <a16:creationId xmlns:a16="http://schemas.microsoft.com/office/drawing/2014/main" id="{53F95110-D40D-30E8-87A4-694AB2CC1413}"/>
              </a:ext>
            </a:extLst>
          </p:cNvPr>
          <p:cNvPicPr>
            <a:picLocks noChangeAspect="1"/>
          </p:cNvPicPr>
          <p:nvPr/>
        </p:nvPicPr>
        <p:blipFill>
          <a:blip r:embed="rId8"/>
          <a:stretch>
            <a:fillRect/>
          </a:stretch>
        </p:blipFill>
        <p:spPr>
          <a:xfrm>
            <a:off x="1291481" y="4952679"/>
            <a:ext cx="1520546" cy="1341658"/>
          </a:xfrm>
          <a:prstGeom prst="rect">
            <a:avLst/>
          </a:prstGeom>
        </p:spPr>
      </p:pic>
      <p:pic>
        <p:nvPicPr>
          <p:cNvPr id="17" name="Picture 16">
            <a:extLst>
              <a:ext uri="{FF2B5EF4-FFF2-40B4-BE49-F238E27FC236}">
                <a16:creationId xmlns:a16="http://schemas.microsoft.com/office/drawing/2014/main" id="{7256454C-BA4B-104D-88B8-75F9B62C0720}"/>
              </a:ext>
            </a:extLst>
          </p:cNvPr>
          <p:cNvPicPr>
            <a:picLocks noChangeAspect="1"/>
          </p:cNvPicPr>
          <p:nvPr/>
        </p:nvPicPr>
        <p:blipFill>
          <a:blip r:embed="rId9"/>
          <a:stretch>
            <a:fillRect/>
          </a:stretch>
        </p:blipFill>
        <p:spPr>
          <a:xfrm>
            <a:off x="8376367" y="3725904"/>
            <a:ext cx="1933741" cy="1735972"/>
          </a:xfrm>
          <a:prstGeom prst="rect">
            <a:avLst/>
          </a:prstGeom>
        </p:spPr>
      </p:pic>
      <p:pic>
        <p:nvPicPr>
          <p:cNvPr id="18" name="Picture 17">
            <a:extLst>
              <a:ext uri="{FF2B5EF4-FFF2-40B4-BE49-F238E27FC236}">
                <a16:creationId xmlns:a16="http://schemas.microsoft.com/office/drawing/2014/main" id="{FD7725ED-D617-55BE-2E1B-AD4EF6C464F5}"/>
              </a:ext>
            </a:extLst>
          </p:cNvPr>
          <p:cNvPicPr>
            <a:picLocks noChangeAspect="1"/>
          </p:cNvPicPr>
          <p:nvPr/>
        </p:nvPicPr>
        <p:blipFill>
          <a:blip r:embed="rId10"/>
          <a:stretch>
            <a:fillRect/>
          </a:stretch>
        </p:blipFill>
        <p:spPr>
          <a:xfrm>
            <a:off x="7800809" y="5413203"/>
            <a:ext cx="1933741" cy="1329957"/>
          </a:xfrm>
          <a:prstGeom prst="rect">
            <a:avLst/>
          </a:prstGeom>
        </p:spPr>
      </p:pic>
    </p:spTree>
    <p:extLst>
      <p:ext uri="{BB962C8B-B14F-4D97-AF65-F5344CB8AC3E}">
        <p14:creationId xmlns:p14="http://schemas.microsoft.com/office/powerpoint/2010/main" val="2147312516"/>
      </p:ext>
    </p:extLst>
  </p:cSld>
  <p:clrMapOvr>
    <a:masterClrMapping/>
  </p:clrMapOvr>
  <mc:AlternateContent xmlns:mc="http://schemas.openxmlformats.org/markup-compatibility/2006" xmlns:p14="http://schemas.microsoft.com/office/powerpoint/2010/main">
    <mc:Choice Requires="p14">
      <p:transition spd="slow" p14:dur="2000" advTm="153900"/>
    </mc:Choice>
    <mc:Fallback xmlns="">
      <p:transition spd="slow" advTm="1539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8"/>
          <p:cNvSpPr txBox="1">
            <a:spLocks noGrp="1"/>
          </p:cNvSpPr>
          <p:nvPr>
            <p:ph sz="quarter" idx="12"/>
          </p:nvPr>
        </p:nvSpPr>
        <p:spPr>
          <a:xfrm>
            <a:off x="395106" y="1487945"/>
            <a:ext cx="10193790" cy="3974666"/>
          </a:xfrm>
          <a:prstGeom prst="rect">
            <a:avLst/>
          </a:prstGeom>
        </p:spPr>
        <p:txBody>
          <a:bodyPr spcFirstLastPara="1" vert="horz" wrap="square" lIns="121900" tIns="121900" rIns="121900" bIns="121900" rtlCol="0" anchor="t" anchorCtr="0">
            <a:noAutofit/>
          </a:bodyPr>
          <a:lstStyle/>
          <a:p>
            <a:pPr>
              <a:buClr>
                <a:srgbClr val="000000"/>
              </a:buClr>
            </a:pPr>
            <a:r>
              <a:rPr lang="en-AU" sz="2600" b="1" dirty="0">
                <a:solidFill>
                  <a:srgbClr val="000000"/>
                </a:solidFill>
              </a:rPr>
              <a:t>Home Assistant</a:t>
            </a:r>
            <a:endParaRPr sz="2600" dirty="0">
              <a:solidFill>
                <a:srgbClr val="000000"/>
              </a:solidFill>
            </a:endParaRPr>
          </a:p>
        </p:txBody>
      </p:sp>
      <p:sp>
        <p:nvSpPr>
          <p:cNvPr id="101" name="Google Shape;101;p18"/>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t>Examples: Home integration platforms (Open Source)</a:t>
            </a:r>
            <a:endParaRPr dirty="0"/>
          </a:p>
        </p:txBody>
      </p:sp>
      <p:sp>
        <p:nvSpPr>
          <p:cNvPr id="6" name="Slide Number Placeholder 1">
            <a:extLst>
              <a:ext uri="{FF2B5EF4-FFF2-40B4-BE49-F238E27FC236}">
                <a16:creationId xmlns:a16="http://schemas.microsoft.com/office/drawing/2014/main" id="{72068715-EA9C-1349-AF55-0219CBA789C3}"/>
              </a:ext>
            </a:extLst>
          </p:cNvPr>
          <p:cNvSpPr>
            <a:spLocks noGrp="1"/>
          </p:cNvSpPr>
          <p:nvPr>
            <p:ph type="sldNum" sz="quarter" idx="14"/>
          </p:nvPr>
        </p:nvSpPr>
        <p:spPr/>
        <p:txBody>
          <a:bodyPr/>
          <a:lstStyle/>
          <a:p>
            <a:fld id="{00000000-1234-1234-1234-123412341234}" type="slidenum">
              <a:rPr lang="en" smtClean="0"/>
              <a:pPr/>
              <a:t>11</a:t>
            </a:fld>
            <a:endParaRPr lang="en" dirty="0"/>
          </a:p>
        </p:txBody>
      </p:sp>
      <p:sp>
        <p:nvSpPr>
          <p:cNvPr id="5" name="Footer Placeholder 4">
            <a:extLst>
              <a:ext uri="{FF2B5EF4-FFF2-40B4-BE49-F238E27FC236}">
                <a16:creationId xmlns:a16="http://schemas.microsoft.com/office/drawing/2014/main" id="{8F8CB7EC-D751-5840-93C8-87864F65FFF8}"/>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
        <p:nvSpPr>
          <p:cNvPr id="12" name="TextBox 11">
            <a:extLst>
              <a:ext uri="{FF2B5EF4-FFF2-40B4-BE49-F238E27FC236}">
                <a16:creationId xmlns:a16="http://schemas.microsoft.com/office/drawing/2014/main" id="{4A0C8D47-E558-EDC2-BF8C-01D545CA2F9E}"/>
              </a:ext>
            </a:extLst>
          </p:cNvPr>
          <p:cNvSpPr txBox="1"/>
          <p:nvPr/>
        </p:nvSpPr>
        <p:spPr>
          <a:xfrm>
            <a:off x="628650" y="2606874"/>
            <a:ext cx="6676026" cy="2585323"/>
          </a:xfrm>
          <a:prstGeom prst="rect">
            <a:avLst/>
          </a:prstGeom>
          <a:noFill/>
        </p:spPr>
        <p:txBody>
          <a:bodyPr wrap="square" rtlCol="0">
            <a:spAutoFit/>
          </a:bodyPr>
          <a:lstStyle/>
          <a:p>
            <a:pPr marL="285750" indent="-285750">
              <a:buFont typeface="Arial" panose="020B0604020202020204" pitchFamily="34" charset="0"/>
              <a:buChar char="•"/>
            </a:pPr>
            <a:r>
              <a:rPr lang="en-US" dirty="0"/>
              <a:t>Powerful open-source community project</a:t>
            </a:r>
          </a:p>
          <a:p>
            <a:pPr marL="285750" indent="-285750">
              <a:buFont typeface="Arial" panose="020B0604020202020204" pitchFamily="34" charset="0"/>
              <a:buChar char="•"/>
            </a:pPr>
            <a:r>
              <a:rPr lang="en-US" dirty="0"/>
              <a:t>Aims to replace/compete with the commercial offerings</a:t>
            </a:r>
          </a:p>
          <a:p>
            <a:pPr marL="285750" indent="-285750">
              <a:buFont typeface="Arial" panose="020B0604020202020204" pitchFamily="34" charset="0"/>
              <a:buChar char="•"/>
            </a:pPr>
            <a:r>
              <a:rPr lang="en-US" dirty="0"/>
              <a:t>Ability to build custom interfaces</a:t>
            </a:r>
          </a:p>
          <a:p>
            <a:pPr marL="285750" indent="-285750">
              <a:buFont typeface="Arial" panose="020B0604020202020204" pitchFamily="34" charset="0"/>
              <a:buChar char="•"/>
            </a:pPr>
            <a:r>
              <a:rPr lang="en-US" dirty="0"/>
              <a:t>Highly scalable, many users, many devices, multiple views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Tight integration with other open-source projects</a:t>
            </a:r>
          </a:p>
          <a:p>
            <a:pPr marL="285750" indent="-285750">
              <a:buFont typeface="Arial" panose="020B0604020202020204" pitchFamily="34" charset="0"/>
              <a:buChar char="•"/>
            </a:pPr>
            <a:r>
              <a:rPr lang="en-US" dirty="0"/>
              <a:t>Integration with open-source voice and AI assistants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are others, but Home Assistant is by far the most mature.</a:t>
            </a:r>
          </a:p>
        </p:txBody>
      </p:sp>
      <p:pic>
        <p:nvPicPr>
          <p:cNvPr id="2" name="Picture 1">
            <a:extLst>
              <a:ext uri="{FF2B5EF4-FFF2-40B4-BE49-F238E27FC236}">
                <a16:creationId xmlns:a16="http://schemas.microsoft.com/office/drawing/2014/main" id="{9071C3A0-1D4A-D4E1-E86B-A5FFA14195AF}"/>
              </a:ext>
            </a:extLst>
          </p:cNvPr>
          <p:cNvPicPr>
            <a:picLocks noChangeAspect="1"/>
          </p:cNvPicPr>
          <p:nvPr/>
        </p:nvPicPr>
        <p:blipFill>
          <a:blip r:embed="rId3"/>
          <a:stretch>
            <a:fillRect/>
          </a:stretch>
        </p:blipFill>
        <p:spPr>
          <a:xfrm>
            <a:off x="8186513" y="4846981"/>
            <a:ext cx="1520546" cy="1341658"/>
          </a:xfrm>
          <a:prstGeom prst="rect">
            <a:avLst/>
          </a:prstGeom>
        </p:spPr>
      </p:pic>
      <p:pic>
        <p:nvPicPr>
          <p:cNvPr id="7" name="Picture 6">
            <a:extLst>
              <a:ext uri="{FF2B5EF4-FFF2-40B4-BE49-F238E27FC236}">
                <a16:creationId xmlns:a16="http://schemas.microsoft.com/office/drawing/2014/main" id="{5A756240-487A-CCF0-3F36-B4AC5BF334F6}"/>
              </a:ext>
            </a:extLst>
          </p:cNvPr>
          <p:cNvPicPr>
            <a:picLocks noChangeAspect="1"/>
          </p:cNvPicPr>
          <p:nvPr/>
        </p:nvPicPr>
        <p:blipFill>
          <a:blip r:embed="rId4"/>
          <a:stretch>
            <a:fillRect/>
          </a:stretch>
        </p:blipFill>
        <p:spPr>
          <a:xfrm>
            <a:off x="6891439" y="4098673"/>
            <a:ext cx="3009900" cy="546100"/>
          </a:xfrm>
          <a:prstGeom prst="rect">
            <a:avLst/>
          </a:prstGeom>
        </p:spPr>
      </p:pic>
      <p:pic>
        <p:nvPicPr>
          <p:cNvPr id="10" name="Picture 9" descr="A yellow sign with a bee on it&#10;&#10;Description automatically generated">
            <a:extLst>
              <a:ext uri="{FF2B5EF4-FFF2-40B4-BE49-F238E27FC236}">
                <a16:creationId xmlns:a16="http://schemas.microsoft.com/office/drawing/2014/main" id="{DF164886-9BFE-FC1A-D0D5-C121300887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5967" y="5097349"/>
            <a:ext cx="1520546" cy="1610494"/>
          </a:xfrm>
          <a:prstGeom prst="rect">
            <a:avLst/>
          </a:prstGeom>
        </p:spPr>
      </p:pic>
      <p:pic>
        <p:nvPicPr>
          <p:cNvPr id="19" name="Picture 18" descr="A blue and white logo&#10;&#10;Description automatically generated">
            <a:extLst>
              <a:ext uri="{FF2B5EF4-FFF2-40B4-BE49-F238E27FC236}">
                <a16:creationId xmlns:a16="http://schemas.microsoft.com/office/drawing/2014/main" id="{66BF6190-5A1C-C142-330A-F33BA2183E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9300" y="1325028"/>
            <a:ext cx="3073400" cy="635000"/>
          </a:xfrm>
          <a:prstGeom prst="rect">
            <a:avLst/>
          </a:prstGeom>
        </p:spPr>
      </p:pic>
      <p:pic>
        <p:nvPicPr>
          <p:cNvPr id="21" name="Picture 20" descr="A screenshot of a smart home app&#10;&#10;Description automatically generated">
            <a:extLst>
              <a:ext uri="{FF2B5EF4-FFF2-40B4-BE49-F238E27FC236}">
                <a16:creationId xmlns:a16="http://schemas.microsoft.com/office/drawing/2014/main" id="{1DF88324-B74A-EAF5-12E8-6A73F2F322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64203" y="1047960"/>
            <a:ext cx="1752402" cy="2846070"/>
          </a:xfrm>
          <a:prstGeom prst="rect">
            <a:avLst/>
          </a:prstGeom>
        </p:spPr>
      </p:pic>
      <p:pic>
        <p:nvPicPr>
          <p:cNvPr id="22" name="Picture 21">
            <a:extLst>
              <a:ext uri="{FF2B5EF4-FFF2-40B4-BE49-F238E27FC236}">
                <a16:creationId xmlns:a16="http://schemas.microsoft.com/office/drawing/2014/main" id="{E6B91B8A-2554-46D6-C980-F78577B209E2}"/>
              </a:ext>
            </a:extLst>
          </p:cNvPr>
          <p:cNvPicPr>
            <a:picLocks noChangeAspect="1"/>
          </p:cNvPicPr>
          <p:nvPr/>
        </p:nvPicPr>
        <p:blipFill>
          <a:blip r:embed="rId8"/>
          <a:stretch>
            <a:fillRect/>
          </a:stretch>
        </p:blipFill>
        <p:spPr>
          <a:xfrm>
            <a:off x="6457950" y="2204270"/>
            <a:ext cx="2481512" cy="1784006"/>
          </a:xfrm>
          <a:prstGeom prst="rect">
            <a:avLst/>
          </a:prstGeom>
        </p:spPr>
      </p:pic>
    </p:spTree>
    <p:extLst>
      <p:ext uri="{BB962C8B-B14F-4D97-AF65-F5344CB8AC3E}">
        <p14:creationId xmlns:p14="http://schemas.microsoft.com/office/powerpoint/2010/main" val="2851743125"/>
      </p:ext>
    </p:extLst>
  </p:cSld>
  <p:clrMapOvr>
    <a:masterClrMapping/>
  </p:clrMapOvr>
  <mc:AlternateContent xmlns:mc="http://schemas.openxmlformats.org/markup-compatibility/2006" xmlns:p14="http://schemas.microsoft.com/office/powerpoint/2010/main">
    <mc:Choice Requires="p14">
      <p:transition spd="slow" p14:dur="2000" advTm="85133"/>
    </mc:Choice>
    <mc:Fallback xmlns="">
      <p:transition spd="slow" advTm="8513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8"/>
          <p:cNvSpPr txBox="1">
            <a:spLocks noGrp="1"/>
          </p:cNvSpPr>
          <p:nvPr>
            <p:ph sz="quarter" idx="12"/>
          </p:nvPr>
        </p:nvSpPr>
        <p:spPr>
          <a:xfrm>
            <a:off x="395106" y="1487945"/>
            <a:ext cx="10193790" cy="3974666"/>
          </a:xfrm>
          <a:prstGeom prst="rect">
            <a:avLst/>
          </a:prstGeom>
        </p:spPr>
        <p:txBody>
          <a:bodyPr spcFirstLastPara="1" vert="horz" wrap="square" lIns="121900" tIns="121900" rIns="121900" bIns="121900" rtlCol="0" anchor="t" anchorCtr="0">
            <a:noAutofit/>
          </a:bodyPr>
          <a:lstStyle/>
          <a:p>
            <a:pPr>
              <a:buClr>
                <a:srgbClr val="000000"/>
              </a:buClr>
            </a:pPr>
            <a:r>
              <a:rPr lang="en-AU" sz="2600" b="1" dirty="0">
                <a:solidFill>
                  <a:srgbClr val="000000"/>
                </a:solidFill>
              </a:rPr>
              <a:t>AWS IoT Core, Azure IoT Central, Google Cloud</a:t>
            </a:r>
            <a:endParaRPr sz="2600" dirty="0">
              <a:solidFill>
                <a:srgbClr val="000000"/>
              </a:solidFill>
            </a:endParaRPr>
          </a:p>
        </p:txBody>
      </p:sp>
      <p:sp>
        <p:nvSpPr>
          <p:cNvPr id="101" name="Google Shape;101;p18"/>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t>Examples: PaaS development platforms</a:t>
            </a:r>
            <a:endParaRPr dirty="0"/>
          </a:p>
        </p:txBody>
      </p:sp>
      <p:sp>
        <p:nvSpPr>
          <p:cNvPr id="6" name="Slide Number Placeholder 1">
            <a:extLst>
              <a:ext uri="{FF2B5EF4-FFF2-40B4-BE49-F238E27FC236}">
                <a16:creationId xmlns:a16="http://schemas.microsoft.com/office/drawing/2014/main" id="{72068715-EA9C-1349-AF55-0219CBA789C3}"/>
              </a:ext>
            </a:extLst>
          </p:cNvPr>
          <p:cNvSpPr>
            <a:spLocks noGrp="1"/>
          </p:cNvSpPr>
          <p:nvPr>
            <p:ph type="sldNum" sz="quarter" idx="14"/>
          </p:nvPr>
        </p:nvSpPr>
        <p:spPr/>
        <p:txBody>
          <a:bodyPr/>
          <a:lstStyle/>
          <a:p>
            <a:fld id="{00000000-1234-1234-1234-123412341234}" type="slidenum">
              <a:rPr lang="en" smtClean="0"/>
              <a:pPr/>
              <a:t>12</a:t>
            </a:fld>
            <a:endParaRPr lang="en" dirty="0"/>
          </a:p>
        </p:txBody>
      </p:sp>
      <p:sp>
        <p:nvSpPr>
          <p:cNvPr id="5" name="Footer Placeholder 4">
            <a:extLst>
              <a:ext uri="{FF2B5EF4-FFF2-40B4-BE49-F238E27FC236}">
                <a16:creationId xmlns:a16="http://schemas.microsoft.com/office/drawing/2014/main" id="{8F8CB7EC-D751-5840-93C8-87864F65FFF8}"/>
              </a:ext>
            </a:extLst>
          </p:cNvPr>
          <p:cNvSpPr txBox="1">
            <a:spLocks/>
          </p:cNvSpPr>
          <p:nvPr/>
        </p:nvSpPr>
        <p:spPr>
          <a:xfrm>
            <a:off x="242456" y="6538912"/>
            <a:ext cx="6624000" cy="2042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650" dirty="0"/>
              <a:t>Deakin University CRICOS Provider Code: 00113B</a:t>
            </a:r>
            <a:endParaRPr lang="en-GB" sz="650" dirty="0"/>
          </a:p>
        </p:txBody>
      </p:sp>
      <p:sp>
        <p:nvSpPr>
          <p:cNvPr id="12" name="TextBox 11">
            <a:extLst>
              <a:ext uri="{FF2B5EF4-FFF2-40B4-BE49-F238E27FC236}">
                <a16:creationId xmlns:a16="http://schemas.microsoft.com/office/drawing/2014/main" id="{4A0C8D47-E558-EDC2-BF8C-01D545CA2F9E}"/>
              </a:ext>
            </a:extLst>
          </p:cNvPr>
          <p:cNvSpPr txBox="1"/>
          <p:nvPr/>
        </p:nvSpPr>
        <p:spPr>
          <a:xfrm>
            <a:off x="628650" y="2606874"/>
            <a:ext cx="6676026" cy="2031325"/>
          </a:xfrm>
          <a:prstGeom prst="rect">
            <a:avLst/>
          </a:prstGeom>
          <a:noFill/>
        </p:spPr>
        <p:txBody>
          <a:bodyPr wrap="square" rtlCol="0">
            <a:spAutoFit/>
          </a:bodyPr>
          <a:lstStyle/>
          <a:p>
            <a:pPr marL="285750" indent="-285750">
              <a:buFont typeface="Arial" panose="020B0604020202020204" pitchFamily="34" charset="0"/>
              <a:buChar char="•"/>
            </a:pPr>
            <a:r>
              <a:rPr lang="en-US" dirty="0"/>
              <a:t>Commercial and proprietary platforms</a:t>
            </a:r>
          </a:p>
          <a:p>
            <a:pPr marL="285750" indent="-285750">
              <a:buFont typeface="Arial" panose="020B0604020202020204" pitchFamily="34" charset="0"/>
              <a:buChar char="•"/>
            </a:pPr>
            <a:r>
              <a:rPr lang="en-US" dirty="0"/>
              <a:t>Ready to go communication stack and UI</a:t>
            </a:r>
          </a:p>
          <a:p>
            <a:pPr marL="285750" indent="-285750">
              <a:buFont typeface="Arial" panose="020B0604020202020204" pitchFamily="34" charset="0"/>
              <a:buChar char="•"/>
            </a:pPr>
            <a:r>
              <a:rPr lang="en-US" dirty="0"/>
              <a:t>Powerful management interfaces</a:t>
            </a:r>
          </a:p>
          <a:p>
            <a:pPr marL="285750" indent="-285750">
              <a:buFont typeface="Arial" panose="020B0604020202020204" pitchFamily="34" charset="0"/>
              <a:buChar char="•"/>
            </a:pPr>
            <a:r>
              <a:rPr lang="en-US" dirty="0"/>
              <a:t>Connectivity management, security, user management</a:t>
            </a:r>
          </a:p>
          <a:p>
            <a:pPr marL="285750" indent="-285750">
              <a:buFont typeface="Arial" panose="020B0604020202020204" pitchFamily="34" charset="0"/>
              <a:buChar char="•"/>
            </a:pPr>
            <a:r>
              <a:rPr lang="en-US" dirty="0"/>
              <a:t>Plugs into existing cloud and development platforms</a:t>
            </a:r>
          </a:p>
          <a:p>
            <a:pPr marL="285750" indent="-285750">
              <a:buFont typeface="Arial" panose="020B0604020202020204" pitchFamily="34" charset="0"/>
              <a:buChar char="•"/>
            </a:pPr>
            <a:r>
              <a:rPr lang="en-US" dirty="0"/>
              <a:t>Development and deployment support ecosystems</a:t>
            </a:r>
          </a:p>
          <a:p>
            <a:pPr marL="285750" indent="-285750">
              <a:buFont typeface="Arial" panose="020B0604020202020204" pitchFamily="34" charset="0"/>
              <a:buChar char="•"/>
            </a:pPr>
            <a:r>
              <a:rPr lang="en-US" dirty="0"/>
              <a:t>High cost</a:t>
            </a:r>
          </a:p>
        </p:txBody>
      </p:sp>
      <p:pic>
        <p:nvPicPr>
          <p:cNvPr id="4" name="Picture 3" descr="A black background with white letters&#10;&#10;Description automatically generated">
            <a:extLst>
              <a:ext uri="{FF2B5EF4-FFF2-40B4-BE49-F238E27FC236}">
                <a16:creationId xmlns:a16="http://schemas.microsoft.com/office/drawing/2014/main" id="{6C794F16-E82C-53AA-1D40-7643AF671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0890" y="1293278"/>
            <a:ext cx="3136900" cy="698500"/>
          </a:xfrm>
          <a:prstGeom prst="rect">
            <a:avLst/>
          </a:prstGeom>
        </p:spPr>
      </p:pic>
      <p:pic>
        <p:nvPicPr>
          <p:cNvPr id="9" name="Picture 8" descr="A close up of a logo&#10;&#10;Description automatically generated">
            <a:extLst>
              <a:ext uri="{FF2B5EF4-FFF2-40B4-BE49-F238E27FC236}">
                <a16:creationId xmlns:a16="http://schemas.microsoft.com/office/drawing/2014/main" id="{64618E39-3F60-FD60-64E0-1A00D69DCA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9994" y="2460478"/>
            <a:ext cx="3136900" cy="546100"/>
          </a:xfrm>
          <a:prstGeom prst="rect">
            <a:avLst/>
          </a:prstGeom>
        </p:spPr>
      </p:pic>
      <p:pic>
        <p:nvPicPr>
          <p:cNvPr id="15" name="Picture 14" descr="A close up of a logo&#10;&#10;Description automatically generated">
            <a:extLst>
              <a:ext uri="{FF2B5EF4-FFF2-40B4-BE49-F238E27FC236}">
                <a16:creationId xmlns:a16="http://schemas.microsoft.com/office/drawing/2014/main" id="{4D8DA065-E2B1-18BD-D018-4803D318B0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0914" y="4316545"/>
            <a:ext cx="2311400" cy="1638300"/>
          </a:xfrm>
          <a:prstGeom prst="rect">
            <a:avLst/>
          </a:prstGeom>
        </p:spPr>
      </p:pic>
      <p:pic>
        <p:nvPicPr>
          <p:cNvPr id="13" name="Picture 12" descr="A close up of a logo&#10;&#10;Description automatically generated">
            <a:extLst>
              <a:ext uri="{FF2B5EF4-FFF2-40B4-BE49-F238E27FC236}">
                <a16:creationId xmlns:a16="http://schemas.microsoft.com/office/drawing/2014/main" id="{005E4437-FA9A-23F0-F6C4-118A8D51E2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83593" y="3475278"/>
            <a:ext cx="2349500" cy="1333500"/>
          </a:xfrm>
          <a:prstGeom prst="rect">
            <a:avLst/>
          </a:prstGeom>
        </p:spPr>
      </p:pic>
    </p:spTree>
    <p:extLst>
      <p:ext uri="{BB962C8B-B14F-4D97-AF65-F5344CB8AC3E}">
        <p14:creationId xmlns:p14="http://schemas.microsoft.com/office/powerpoint/2010/main" val="4163313517"/>
      </p:ext>
    </p:extLst>
  </p:cSld>
  <p:clrMapOvr>
    <a:masterClrMapping/>
  </p:clrMapOvr>
  <mc:AlternateContent xmlns:mc="http://schemas.openxmlformats.org/markup-compatibility/2006" xmlns:p14="http://schemas.microsoft.com/office/powerpoint/2010/main">
    <mc:Choice Requires="p14">
      <p:transition spd="slow" p14:dur="2000" advTm="104433"/>
    </mc:Choice>
    <mc:Fallback xmlns="">
      <p:transition spd="slow" advTm="104433"/>
    </mc:Fallback>
  </mc:AlternateContent>
</p:sld>
</file>

<file path=ppt/theme/theme1.xml><?xml version="1.0" encoding="utf-8"?>
<a:theme xmlns:a="http://schemas.openxmlformats.org/drawingml/2006/main" name="Deakin Theme">
  <a:themeElements>
    <a:clrScheme name="DEAKIN TEAL">
      <a:dk1>
        <a:srgbClr val="373636"/>
      </a:dk1>
      <a:lt1>
        <a:sysClr val="window" lastClr="FFFFFF"/>
      </a:lt1>
      <a:dk2>
        <a:srgbClr val="007D98"/>
      </a:dk2>
      <a:lt2>
        <a:srgbClr val="FFFFFF"/>
      </a:lt2>
      <a:accent1>
        <a:srgbClr val="007D98"/>
      </a:accent1>
      <a:accent2>
        <a:srgbClr val="FFD923"/>
      </a:accent2>
      <a:accent3>
        <a:srgbClr val="F76919"/>
      </a:accent3>
      <a:accent4>
        <a:srgbClr val="0D8572"/>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T314_week_1" id="{F80A8480-6F05-2349-9F15-3A2D01815E2F}" vid="{18B1398E-0790-E648-95D0-3407577A3D5D}"/>
    </a:ext>
  </a:extLst>
</a:theme>
</file>

<file path=ppt/theme/theme2.xml><?xml version="1.0" encoding="utf-8"?>
<a:theme xmlns:a="http://schemas.openxmlformats.org/drawingml/2006/main" name="Deakin - New Slides">
  <a:themeElements>
    <a:clrScheme name="DEAKIN 2021">
      <a:dk1>
        <a:sysClr val="windowText" lastClr="000000"/>
      </a:dk1>
      <a:lt1>
        <a:sysClr val="window" lastClr="FFFFFF"/>
      </a:lt1>
      <a:dk2>
        <a:srgbClr val="58BCAF"/>
      </a:dk2>
      <a:lt2>
        <a:srgbClr val="FFFFFF"/>
      </a:lt2>
      <a:accent1>
        <a:srgbClr val="58BCAF"/>
      </a:accent1>
      <a:accent2>
        <a:srgbClr val="FFD923"/>
      </a:accent2>
      <a:accent3>
        <a:srgbClr val="FF9300"/>
      </a:accent3>
      <a:accent4>
        <a:srgbClr val="007D98"/>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6" id="{09DD9EB6-95A3-4747-9E0B-C9F158DB01FE}" vid="{C56AFDEA-F9C3-C04E-B92F-8B5C85168B2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14D4F7910DEE49890754A99C3A3C62" ma:contentTypeVersion="21" ma:contentTypeDescription="Create a new document." ma:contentTypeScope="" ma:versionID="9cef9101ecbe6ebae62b2ba2c3a57bd6">
  <xsd:schema xmlns:xsd="http://www.w3.org/2001/XMLSchema" xmlns:xs="http://www.w3.org/2001/XMLSchema" xmlns:p="http://schemas.microsoft.com/office/2006/metadata/properties" xmlns:ns2="42a8f2e7-603c-44bf-aae0-85e8ec67529d" xmlns:ns3="c2c61a47-c1ee-4786-a2d3-135f5f32d616" xmlns:ns4="3a048321-b142-4dbf-9bcb-5f685e3e6105" xmlns:ns5="http://schemas.microsoft.com/sharepoint/v4" targetNamespace="http://schemas.microsoft.com/office/2006/metadata/properties" ma:root="true" ma:fieldsID="e464fea84e37c424f679affa9e621c2d" ns2:_="" ns3:_="" ns4:_="" ns5:_="">
    <xsd:import namespace="42a8f2e7-603c-44bf-aae0-85e8ec67529d"/>
    <xsd:import namespace="c2c61a47-c1ee-4786-a2d3-135f5f32d616"/>
    <xsd:import namespace="3a048321-b142-4dbf-9bcb-5f685e3e6105"/>
    <xsd:import namespace="http://schemas.microsoft.com/sharepoint/v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4:TaxCatchAll" minOccurs="0"/>
                <xsd:element ref="ns5:IconOverla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a8f2e7-603c-44bf-aae0-85e8ec67529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2c61a47-c1ee-4786-a2d3-135f5f32d61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c391430-282c-4efc-a0b4-564a13fcb9c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048321-b142-4dbf-9bcb-5f685e3e6105"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91ee3096-23c2-496b-87dc-be14ae00ac58}" ma:internalName="TaxCatchAll" ma:showField="CatchAllData" ma:web="3a048321-b142-4dbf-9bcb-5f685e3e610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4"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a048321-b142-4dbf-9bcb-5f685e3e6105" xsi:nil="true"/>
    <IconOverlay xmlns="http://schemas.microsoft.com/sharepoint/v4" xsi:nil="true"/>
    <lcf76f155ced4ddcb4097134ff3c332f xmlns="c2c61a47-c1ee-4786-a2d3-135f5f32d61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C8E1FC-C497-47F2-8537-4767301F21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a8f2e7-603c-44bf-aae0-85e8ec67529d"/>
    <ds:schemaRef ds:uri="c2c61a47-c1ee-4786-a2d3-135f5f32d616"/>
    <ds:schemaRef ds:uri="3a048321-b142-4dbf-9bcb-5f685e3e6105"/>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476761-E52F-4411-8A67-5F82A2EFA8D5}">
  <ds:schemaRefs>
    <ds:schemaRef ds:uri="http://schemas.microsoft.com/office/2006/metadata/properties"/>
    <ds:schemaRef ds:uri="http://schemas.microsoft.com/office/infopath/2007/PartnerControls"/>
    <ds:schemaRef ds:uri="3a048321-b142-4dbf-9bcb-5f685e3e6105"/>
    <ds:schemaRef ds:uri="http://schemas.microsoft.com/sharepoint/v4"/>
    <ds:schemaRef ds:uri="c2c61a47-c1ee-4786-a2d3-135f5f32d616"/>
  </ds:schemaRefs>
</ds:datastoreItem>
</file>

<file path=customXml/itemProps3.xml><?xml version="1.0" encoding="utf-8"?>
<ds:datastoreItem xmlns:ds="http://schemas.openxmlformats.org/officeDocument/2006/customXml" ds:itemID="{8E229971-F6FA-4842-8049-F2237E4FF2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Deakin Theme</Template>
  <TotalTime>46819</TotalTime>
  <Words>1166</Words>
  <Application>Microsoft Macintosh PowerPoint</Application>
  <PresentationFormat>Widescreen</PresentationFormat>
  <Paragraphs>138</Paragraphs>
  <Slides>12</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Symbol</vt:lpstr>
      <vt:lpstr>Wingdings 3</vt:lpstr>
      <vt:lpstr>Deakin Theme</vt:lpstr>
      <vt:lpstr>Deakin - New Slides</vt:lpstr>
      <vt:lpstr>Smart Platforms</vt:lpstr>
      <vt:lpstr>The IoT Loop!</vt:lpstr>
      <vt:lpstr>The IoT Loop!</vt:lpstr>
      <vt:lpstr>The IoT Loop!</vt:lpstr>
      <vt:lpstr>Why Thinking? Problems with the current sensing capabilities</vt:lpstr>
      <vt:lpstr>Smart Platforms for IoT</vt:lpstr>
      <vt:lpstr>Examples: Rules Engine - IFTTT</vt:lpstr>
      <vt:lpstr>Examples: Rules Engine - IFTTT</vt:lpstr>
      <vt:lpstr>Examples: Flow constructor – Node-RED</vt:lpstr>
      <vt:lpstr>Examples: Home integration platforms</vt:lpstr>
      <vt:lpstr>Examples: Home integration platforms (Open Source)</vt:lpstr>
      <vt:lpstr>Examples: PaaS development platforms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SIT314 </dc:title>
  <dc:creator>Niroshinie Fernando</dc:creator>
  <cp:lastModifiedBy>Kevin Lee</cp:lastModifiedBy>
  <cp:revision>333</cp:revision>
  <dcterms:created xsi:type="dcterms:W3CDTF">2019-03-07T01:21:54Z</dcterms:created>
  <dcterms:modified xsi:type="dcterms:W3CDTF">2024-07-05T04:39:12Z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0x0101004314D4F7910DEE49890754A99C3A3C62</vt:lpwstr>
  </property>
</Properties>
</file>